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Baloo Thambi" panose="020B0604020202020204" charset="0"/>
      <p:regular r:id="rId13"/>
    </p:embeddedFont>
    <p:embeddedFont>
      <p:font typeface="Caveat Brush" pitchFamily="2" charset="0"/>
      <p:regular r:id="rId14"/>
    </p:embeddedFont>
    <p:embeddedFont>
      <p:font typeface="ไอติม" panose="020B0604020202020204" charset="-3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0" d="100"/>
          <a:sy n="30" d="100"/>
        </p:scale>
        <p:origin x="632" y="3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9.gif"/></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6.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Freeform 2"/>
          <p:cNvSpPr/>
          <p:nvPr/>
        </p:nvSpPr>
        <p:spPr>
          <a:xfrm>
            <a:off x="10099078" y="2364032"/>
            <a:ext cx="7160222" cy="5558936"/>
          </a:xfrm>
          <a:custGeom>
            <a:avLst/>
            <a:gdLst/>
            <a:ahLst/>
            <a:cxnLst/>
            <a:rect l="l" t="t" r="r" b="b"/>
            <a:pathLst>
              <a:path w="7160222" h="5558936">
                <a:moveTo>
                  <a:pt x="0" y="0"/>
                </a:moveTo>
                <a:lnTo>
                  <a:pt x="7160222" y="0"/>
                </a:lnTo>
                <a:lnTo>
                  <a:pt x="7160222" y="5558936"/>
                </a:lnTo>
                <a:lnTo>
                  <a:pt x="0" y="55589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01178" y="259024"/>
            <a:ext cx="3718141" cy="2690582"/>
          </a:xfrm>
          <a:custGeom>
            <a:avLst/>
            <a:gdLst/>
            <a:ahLst/>
            <a:cxnLst/>
            <a:rect l="l" t="t" r="r" b="b"/>
            <a:pathLst>
              <a:path w="3718141" h="2690582">
                <a:moveTo>
                  <a:pt x="0" y="0"/>
                </a:moveTo>
                <a:lnTo>
                  <a:pt x="3718141" y="0"/>
                </a:lnTo>
                <a:lnTo>
                  <a:pt x="3718141" y="2690582"/>
                </a:lnTo>
                <a:lnTo>
                  <a:pt x="0" y="26905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7692123" y="-213099"/>
            <a:ext cx="10828916" cy="1496359"/>
          </a:xfrm>
          <a:custGeom>
            <a:avLst/>
            <a:gdLst/>
            <a:ahLst/>
            <a:cxnLst/>
            <a:rect l="l" t="t" r="r" b="b"/>
            <a:pathLst>
              <a:path w="10828916" h="1496359">
                <a:moveTo>
                  <a:pt x="0" y="0"/>
                </a:moveTo>
                <a:lnTo>
                  <a:pt x="10828916" y="0"/>
                </a:lnTo>
                <a:lnTo>
                  <a:pt x="10828916" y="1496359"/>
                </a:lnTo>
                <a:lnTo>
                  <a:pt x="0" y="14963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flipH="1" flipV="1">
            <a:off x="-729838" y="8999241"/>
            <a:ext cx="10828916" cy="1496359"/>
          </a:xfrm>
          <a:custGeom>
            <a:avLst/>
            <a:gdLst/>
            <a:ahLst/>
            <a:cxnLst/>
            <a:rect l="l" t="t" r="r" b="b"/>
            <a:pathLst>
              <a:path w="10828916" h="1496359">
                <a:moveTo>
                  <a:pt x="10828916" y="1496359"/>
                </a:moveTo>
                <a:lnTo>
                  <a:pt x="0" y="1496359"/>
                </a:lnTo>
                <a:lnTo>
                  <a:pt x="0" y="0"/>
                </a:lnTo>
                <a:lnTo>
                  <a:pt x="10828916" y="0"/>
                </a:lnTo>
                <a:lnTo>
                  <a:pt x="10828916" y="1496359"/>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1028700" y="3083993"/>
            <a:ext cx="10680411" cy="6365076"/>
          </a:xfrm>
          <a:prstGeom prst="rect">
            <a:avLst/>
          </a:prstGeom>
        </p:spPr>
        <p:txBody>
          <a:bodyPr lIns="0" tIns="0" rIns="0" bIns="0" rtlCol="0" anchor="t">
            <a:spAutoFit/>
          </a:bodyPr>
          <a:lstStyle/>
          <a:p>
            <a:pPr algn="l">
              <a:lnSpc>
                <a:spcPts val="16827"/>
              </a:lnSpc>
            </a:pPr>
            <a:r>
              <a:rPr lang="en-US" sz="12019" dirty="0">
                <a:solidFill>
                  <a:srgbClr val="FFFFFF"/>
                </a:solidFill>
                <a:latin typeface="Caveat Brush"/>
                <a:ea typeface="Caveat Brush"/>
                <a:cs typeface="Caveat Brush"/>
                <a:sym typeface="Caveat Brush"/>
              </a:rPr>
              <a:t>PROJECT</a:t>
            </a:r>
          </a:p>
          <a:p>
            <a:pPr>
              <a:lnSpc>
                <a:spcPts val="16827"/>
              </a:lnSpc>
            </a:pPr>
            <a:r>
              <a:rPr lang="en-US" sz="12019" dirty="0">
                <a:solidFill>
                  <a:srgbClr val="FFFFFF"/>
                </a:solidFill>
                <a:latin typeface="Caveat Brush"/>
                <a:ea typeface="Caveat Brush"/>
                <a:cs typeface="Caveat Brush"/>
                <a:sym typeface="Caveat Brush"/>
              </a:rPr>
              <a:t>PRESENTATION</a:t>
            </a:r>
          </a:p>
          <a:p>
            <a:pPr algn="l">
              <a:lnSpc>
                <a:spcPts val="16827"/>
              </a:lnSpc>
            </a:pPr>
            <a:endParaRPr lang="en-US" sz="12019" dirty="0">
              <a:solidFill>
                <a:srgbClr val="FFFFFF"/>
              </a:solidFill>
              <a:latin typeface="Caveat Brush"/>
              <a:ea typeface="Caveat Brush"/>
              <a:cs typeface="Caveat Brush"/>
              <a:sym typeface="Caveat Brush"/>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Freeform 2"/>
          <p:cNvSpPr/>
          <p:nvPr/>
        </p:nvSpPr>
        <p:spPr>
          <a:xfrm>
            <a:off x="14333867" y="6065863"/>
            <a:ext cx="2925433" cy="3192437"/>
          </a:xfrm>
          <a:custGeom>
            <a:avLst/>
            <a:gdLst/>
            <a:ahLst/>
            <a:cxnLst/>
            <a:rect l="l" t="t" r="r" b="b"/>
            <a:pathLst>
              <a:path w="2925433" h="3192437">
                <a:moveTo>
                  <a:pt x="0" y="0"/>
                </a:moveTo>
                <a:lnTo>
                  <a:pt x="2925433" y="0"/>
                </a:lnTo>
                <a:lnTo>
                  <a:pt x="2925433" y="3192437"/>
                </a:lnTo>
                <a:lnTo>
                  <a:pt x="0" y="31924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657867" y="5779834"/>
            <a:ext cx="4446248" cy="4114800"/>
          </a:xfrm>
          <a:custGeom>
            <a:avLst/>
            <a:gdLst/>
            <a:ahLst/>
            <a:cxnLst/>
            <a:rect l="l" t="t" r="r" b="b"/>
            <a:pathLst>
              <a:path w="4446248" h="4114800">
                <a:moveTo>
                  <a:pt x="4446248" y="0"/>
                </a:moveTo>
                <a:lnTo>
                  <a:pt x="0" y="0"/>
                </a:lnTo>
                <a:lnTo>
                  <a:pt x="0" y="4114800"/>
                </a:lnTo>
                <a:lnTo>
                  <a:pt x="4446248" y="4114800"/>
                </a:lnTo>
                <a:lnTo>
                  <a:pt x="444624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rot="-10627">
            <a:off x="4111237" y="1139636"/>
            <a:ext cx="9969784" cy="1816012"/>
          </a:xfrm>
          <a:prstGeom prst="rect">
            <a:avLst/>
          </a:prstGeom>
        </p:spPr>
        <p:txBody>
          <a:bodyPr lIns="0" tIns="0" rIns="0" bIns="0" rtlCol="0" anchor="t">
            <a:spAutoFit/>
          </a:bodyPr>
          <a:lstStyle/>
          <a:p>
            <a:pPr algn="ctr">
              <a:lnSpc>
                <a:spcPts val="14989"/>
              </a:lnSpc>
            </a:pPr>
            <a:r>
              <a:rPr lang="en-US" sz="10706">
                <a:solidFill>
                  <a:srgbClr val="FFFFFF"/>
                </a:solidFill>
                <a:latin typeface="Baloo Thambi"/>
                <a:ea typeface="Baloo Thambi"/>
                <a:cs typeface="Baloo Thambi"/>
                <a:sym typeface="Baloo Thambi"/>
              </a:rPr>
              <a:t>INTRODUCTION</a:t>
            </a:r>
          </a:p>
        </p:txBody>
      </p:sp>
      <p:sp>
        <p:nvSpPr>
          <p:cNvPr id="5" name="TextBox 5"/>
          <p:cNvSpPr txBox="1"/>
          <p:nvPr/>
        </p:nvSpPr>
        <p:spPr>
          <a:xfrm>
            <a:off x="3906556" y="3171407"/>
            <a:ext cx="10474887" cy="2656004"/>
          </a:xfrm>
          <a:prstGeom prst="rect">
            <a:avLst/>
          </a:prstGeom>
        </p:spPr>
        <p:txBody>
          <a:bodyPr lIns="0" tIns="0" rIns="0" bIns="0" rtlCol="0" anchor="t">
            <a:spAutoFit/>
          </a:bodyPr>
          <a:lstStyle/>
          <a:p>
            <a:pPr algn="just">
              <a:lnSpc>
                <a:spcPts val="4252"/>
              </a:lnSpc>
            </a:pPr>
            <a:r>
              <a:rPr lang="en-US" sz="3221">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Freeform 2"/>
          <p:cNvSpPr/>
          <p:nvPr/>
        </p:nvSpPr>
        <p:spPr>
          <a:xfrm>
            <a:off x="5724186" y="1457156"/>
            <a:ext cx="6839629" cy="2171582"/>
          </a:xfrm>
          <a:custGeom>
            <a:avLst/>
            <a:gdLst/>
            <a:ahLst/>
            <a:cxnLst/>
            <a:rect l="l" t="t" r="r" b="b"/>
            <a:pathLst>
              <a:path w="6839629" h="2171582">
                <a:moveTo>
                  <a:pt x="0" y="0"/>
                </a:moveTo>
                <a:lnTo>
                  <a:pt x="6839628" y="0"/>
                </a:lnTo>
                <a:lnTo>
                  <a:pt x="6839628" y="2171582"/>
                </a:lnTo>
                <a:lnTo>
                  <a:pt x="0" y="21715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5223198" y="1570008"/>
            <a:ext cx="7011207" cy="1372337"/>
          </a:xfrm>
          <a:prstGeom prst="rect">
            <a:avLst/>
          </a:prstGeom>
        </p:spPr>
        <p:txBody>
          <a:bodyPr lIns="0" tIns="0" rIns="0" bIns="0" rtlCol="0" anchor="t">
            <a:spAutoFit/>
          </a:bodyPr>
          <a:lstStyle/>
          <a:p>
            <a:pPr algn="ctr">
              <a:lnSpc>
                <a:spcPts val="11231"/>
              </a:lnSpc>
            </a:pPr>
            <a:r>
              <a:rPr lang="en-US" sz="8022">
                <a:solidFill>
                  <a:srgbClr val="FFFFFF"/>
                </a:solidFill>
                <a:latin typeface="Baloo Thambi"/>
                <a:ea typeface="Baloo Thambi"/>
                <a:cs typeface="Baloo Thambi"/>
                <a:sym typeface="Baloo Thambi"/>
              </a:rPr>
              <a:t>OBJECTIVES</a:t>
            </a:r>
          </a:p>
        </p:txBody>
      </p:sp>
      <p:sp>
        <p:nvSpPr>
          <p:cNvPr id="4" name="Freeform 4"/>
          <p:cNvSpPr/>
          <p:nvPr/>
        </p:nvSpPr>
        <p:spPr>
          <a:xfrm rot="-439770">
            <a:off x="12653267" y="778853"/>
            <a:ext cx="994777" cy="1103774"/>
          </a:xfrm>
          <a:custGeom>
            <a:avLst/>
            <a:gdLst/>
            <a:ahLst/>
            <a:cxnLst/>
            <a:rect l="l" t="t" r="r" b="b"/>
            <a:pathLst>
              <a:path w="994777" h="1103774">
                <a:moveTo>
                  <a:pt x="0" y="0"/>
                </a:moveTo>
                <a:lnTo>
                  <a:pt x="994776" y="0"/>
                </a:lnTo>
                <a:lnTo>
                  <a:pt x="994776" y="1103775"/>
                </a:lnTo>
                <a:lnTo>
                  <a:pt x="0" y="1103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1796085" y="4805408"/>
            <a:ext cx="13865434" cy="1773649"/>
          </a:xfrm>
          <a:prstGeom prst="rect">
            <a:avLst/>
          </a:prstGeom>
        </p:spPr>
        <p:txBody>
          <a:bodyPr lIns="0" tIns="0" rIns="0" bIns="0" rtlCol="0" anchor="t">
            <a:spAutoFit/>
          </a:bodyPr>
          <a:lstStyle/>
          <a:p>
            <a:pPr marL="549747" lvl="1" indent="-274873" algn="l">
              <a:lnSpc>
                <a:spcPts val="3564"/>
              </a:lnSpc>
              <a:buFont typeface="Arial"/>
              <a:buChar char="•"/>
            </a:pPr>
            <a:r>
              <a:rPr lang="en-US" sz="2546">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id="6" name="TextBox 6"/>
          <p:cNvSpPr txBox="1"/>
          <p:nvPr/>
        </p:nvSpPr>
        <p:spPr>
          <a:xfrm>
            <a:off x="1796085" y="6985353"/>
            <a:ext cx="13865434" cy="1773649"/>
          </a:xfrm>
          <a:prstGeom prst="rect">
            <a:avLst/>
          </a:prstGeom>
        </p:spPr>
        <p:txBody>
          <a:bodyPr lIns="0" tIns="0" rIns="0" bIns="0" rtlCol="0" anchor="t">
            <a:spAutoFit/>
          </a:bodyPr>
          <a:lstStyle/>
          <a:p>
            <a:pPr marL="549747" lvl="1" indent="-274873" algn="l">
              <a:lnSpc>
                <a:spcPts val="3564"/>
              </a:lnSpc>
              <a:buFont typeface="Arial"/>
              <a:buChar char="•"/>
            </a:pPr>
            <a:r>
              <a:rPr lang="en-US" sz="2546">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4539090" y="4735327"/>
            <a:ext cx="9209819" cy="3189404"/>
          </a:xfrm>
          <a:prstGeom prst="rect">
            <a:avLst/>
          </a:prstGeom>
        </p:spPr>
        <p:txBody>
          <a:bodyPr lIns="0" tIns="0" rIns="0" bIns="0" rtlCol="0" anchor="t">
            <a:spAutoFit/>
          </a:bodyPr>
          <a:lstStyle/>
          <a:p>
            <a:pPr algn="just">
              <a:lnSpc>
                <a:spcPts val="4252"/>
              </a:lnSpc>
            </a:pPr>
            <a:r>
              <a:rPr lang="en-US" sz="3221">
                <a:solidFill>
                  <a:srgbClr val="FFFFF4"/>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id="3" name="Freeform 3"/>
          <p:cNvSpPr/>
          <p:nvPr/>
        </p:nvSpPr>
        <p:spPr>
          <a:xfrm>
            <a:off x="6037537" y="2324573"/>
            <a:ext cx="6212926" cy="1972604"/>
          </a:xfrm>
          <a:custGeom>
            <a:avLst/>
            <a:gdLst/>
            <a:ahLst/>
            <a:cxnLst/>
            <a:rect l="l" t="t" r="r" b="b"/>
            <a:pathLst>
              <a:path w="6212926" h="1972604">
                <a:moveTo>
                  <a:pt x="0" y="0"/>
                </a:moveTo>
                <a:lnTo>
                  <a:pt x="6212926" y="0"/>
                </a:lnTo>
                <a:lnTo>
                  <a:pt x="6212926" y="1972604"/>
                </a:lnTo>
                <a:lnTo>
                  <a:pt x="0" y="1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rot="9985">
            <a:off x="6165103" y="2542867"/>
            <a:ext cx="5615166" cy="1374091"/>
          </a:xfrm>
          <a:prstGeom prst="rect">
            <a:avLst/>
          </a:prstGeom>
        </p:spPr>
        <p:txBody>
          <a:bodyPr lIns="0" tIns="0" rIns="0" bIns="0" rtlCol="0" anchor="t">
            <a:spAutoFit/>
          </a:bodyPr>
          <a:lstStyle/>
          <a:p>
            <a:pPr algn="ctr">
              <a:lnSpc>
                <a:spcPts val="11307"/>
              </a:lnSpc>
            </a:pPr>
            <a:r>
              <a:rPr lang="en-US" sz="8076">
                <a:solidFill>
                  <a:srgbClr val="FFFFFF"/>
                </a:solidFill>
                <a:latin typeface="Baloo Thambi"/>
                <a:ea typeface="Baloo Thambi"/>
                <a:cs typeface="Baloo Thambi"/>
                <a:sym typeface="Baloo Thambi"/>
              </a:rPr>
              <a:t>OVERVIEW</a:t>
            </a:r>
          </a:p>
        </p:txBody>
      </p:sp>
      <p:sp>
        <p:nvSpPr>
          <p:cNvPr id="5" name="Freeform 5"/>
          <p:cNvSpPr/>
          <p:nvPr/>
        </p:nvSpPr>
        <p:spPr>
          <a:xfrm>
            <a:off x="14945878" y="6609415"/>
            <a:ext cx="2712917" cy="2960525"/>
          </a:xfrm>
          <a:custGeom>
            <a:avLst/>
            <a:gdLst/>
            <a:ahLst/>
            <a:cxnLst/>
            <a:rect l="l" t="t" r="r" b="b"/>
            <a:pathLst>
              <a:path w="2712917" h="2960525">
                <a:moveTo>
                  <a:pt x="0" y="0"/>
                </a:moveTo>
                <a:lnTo>
                  <a:pt x="2712917" y="0"/>
                </a:lnTo>
                <a:lnTo>
                  <a:pt x="2712917" y="2960525"/>
                </a:lnTo>
                <a:lnTo>
                  <a:pt x="0" y="29605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flipH="1">
            <a:off x="529765" y="6363599"/>
            <a:ext cx="3730229" cy="3452158"/>
          </a:xfrm>
          <a:custGeom>
            <a:avLst/>
            <a:gdLst/>
            <a:ahLst/>
            <a:cxnLst/>
            <a:rect l="l" t="t" r="r" b="b"/>
            <a:pathLst>
              <a:path w="3730229" h="3452158">
                <a:moveTo>
                  <a:pt x="3730229" y="0"/>
                </a:moveTo>
                <a:lnTo>
                  <a:pt x="0" y="0"/>
                </a:lnTo>
                <a:lnTo>
                  <a:pt x="0" y="3452157"/>
                </a:lnTo>
                <a:lnTo>
                  <a:pt x="3730229" y="3452157"/>
                </a:lnTo>
                <a:lnTo>
                  <a:pt x="373022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Freeform 2"/>
          <p:cNvSpPr/>
          <p:nvPr/>
        </p:nvSpPr>
        <p:spPr>
          <a:xfrm>
            <a:off x="6492358" y="1875596"/>
            <a:ext cx="5811833" cy="1845257"/>
          </a:xfrm>
          <a:custGeom>
            <a:avLst/>
            <a:gdLst/>
            <a:ahLst/>
            <a:cxnLst/>
            <a:rect l="l" t="t" r="r" b="b"/>
            <a:pathLst>
              <a:path w="5811833" h="1845257">
                <a:moveTo>
                  <a:pt x="0" y="0"/>
                </a:moveTo>
                <a:lnTo>
                  <a:pt x="5811833" y="0"/>
                </a:lnTo>
                <a:lnTo>
                  <a:pt x="5811833" y="1845257"/>
                </a:lnTo>
                <a:lnTo>
                  <a:pt x="0" y="18452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06389" y="561543"/>
            <a:ext cx="2670179" cy="1314053"/>
          </a:xfrm>
          <a:custGeom>
            <a:avLst/>
            <a:gdLst/>
            <a:ahLst/>
            <a:cxnLst/>
            <a:rect l="l" t="t" r="r" b="b"/>
            <a:pathLst>
              <a:path w="2670179" h="1314053">
                <a:moveTo>
                  <a:pt x="0" y="0"/>
                </a:moveTo>
                <a:lnTo>
                  <a:pt x="2670178" y="0"/>
                </a:lnTo>
                <a:lnTo>
                  <a:pt x="2670178" y="1314053"/>
                </a:lnTo>
                <a:lnTo>
                  <a:pt x="0" y="13140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4071188" y="4792544"/>
            <a:ext cx="10145624" cy="1899227"/>
          </a:xfrm>
          <a:prstGeom prst="rect">
            <a:avLst/>
          </a:prstGeom>
        </p:spPr>
        <p:txBody>
          <a:bodyPr lIns="0" tIns="0" rIns="0" bIns="0" rtlCol="0" anchor="t">
            <a:spAutoFit/>
          </a:bodyPr>
          <a:lstStyle/>
          <a:p>
            <a:pPr algn="just">
              <a:lnSpc>
                <a:spcPts val="3800"/>
              </a:lnSpc>
            </a:pPr>
            <a:r>
              <a:rPr lang="en-US" sz="2878">
                <a:solidFill>
                  <a:srgbClr val="FFFFFF"/>
                </a:solidFill>
                <a:latin typeface="ไอติม"/>
                <a:ea typeface="ไอติม"/>
                <a:cs typeface="ไอติม"/>
                <a:sym typeface="ไอติม"/>
              </a:rPr>
              <a:t>Lorem ipsum dolor sit amet, consectetur adipiscing elit, sed do eiusmod tempor incididunt ut labore et dolore magna aliqua. Ut enim ad minim veniam, quis nostrud exercitation ullamco laboris nisi ut aliquip ex ea commodo consequat.</a:t>
            </a:r>
          </a:p>
        </p:txBody>
      </p:sp>
      <p:sp>
        <p:nvSpPr>
          <p:cNvPr id="5" name="TextBox 5"/>
          <p:cNvSpPr txBox="1"/>
          <p:nvPr/>
        </p:nvSpPr>
        <p:spPr>
          <a:xfrm rot="9985">
            <a:off x="5985834" y="1967769"/>
            <a:ext cx="6316803" cy="1403737"/>
          </a:xfrm>
          <a:prstGeom prst="rect">
            <a:avLst/>
          </a:prstGeom>
        </p:spPr>
        <p:txBody>
          <a:bodyPr lIns="0" tIns="0" rIns="0" bIns="0" rtlCol="0" anchor="t">
            <a:spAutoFit/>
          </a:bodyPr>
          <a:lstStyle/>
          <a:p>
            <a:pPr algn="ctr">
              <a:lnSpc>
                <a:spcPts val="11429"/>
              </a:lnSpc>
            </a:pPr>
            <a:r>
              <a:rPr lang="en-US" sz="8163">
                <a:solidFill>
                  <a:srgbClr val="FFFFFF"/>
                </a:solidFill>
                <a:latin typeface="Baloo Thambi"/>
                <a:ea typeface="Baloo Thambi"/>
                <a:cs typeface="Baloo Thambi"/>
                <a:sym typeface="Baloo Thambi"/>
              </a:rPr>
              <a:t>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Freeform 2"/>
          <p:cNvSpPr/>
          <p:nvPr/>
        </p:nvSpPr>
        <p:spPr>
          <a:xfrm>
            <a:off x="9921329" y="1417951"/>
            <a:ext cx="5590762" cy="1775067"/>
          </a:xfrm>
          <a:custGeom>
            <a:avLst/>
            <a:gdLst/>
            <a:ahLst/>
            <a:cxnLst/>
            <a:rect l="l" t="t" r="r" b="b"/>
            <a:pathLst>
              <a:path w="5590762" h="1775067">
                <a:moveTo>
                  <a:pt x="0" y="0"/>
                </a:moveTo>
                <a:lnTo>
                  <a:pt x="5590762" y="0"/>
                </a:lnTo>
                <a:lnTo>
                  <a:pt x="5590762" y="1775067"/>
                </a:lnTo>
                <a:lnTo>
                  <a:pt x="0" y="17750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9886753" y="1551301"/>
            <a:ext cx="5283370" cy="1137840"/>
          </a:xfrm>
          <a:prstGeom prst="rect">
            <a:avLst/>
          </a:prstGeom>
        </p:spPr>
        <p:txBody>
          <a:bodyPr lIns="0" tIns="0" rIns="0" bIns="0" rtlCol="0" anchor="t">
            <a:spAutoFit/>
          </a:bodyPr>
          <a:lstStyle/>
          <a:p>
            <a:pPr marL="0" lvl="0" indent="0" algn="ctr">
              <a:lnSpc>
                <a:spcPts val="8643"/>
              </a:lnSpc>
              <a:spcBef>
                <a:spcPct val="0"/>
              </a:spcBef>
            </a:pPr>
            <a:r>
              <a:rPr lang="en-US" sz="8391">
                <a:solidFill>
                  <a:srgbClr val="FFFFFF"/>
                </a:solidFill>
                <a:latin typeface="Baloo Thambi"/>
                <a:ea typeface="Baloo Thambi"/>
                <a:cs typeface="Baloo Thambi"/>
                <a:sym typeface="Baloo Thambi"/>
              </a:rPr>
              <a:t>Summary</a:t>
            </a:r>
          </a:p>
        </p:txBody>
      </p:sp>
      <p:sp>
        <p:nvSpPr>
          <p:cNvPr id="4" name="TextBox 4"/>
          <p:cNvSpPr txBox="1"/>
          <p:nvPr/>
        </p:nvSpPr>
        <p:spPr>
          <a:xfrm>
            <a:off x="6991109" y="4076600"/>
            <a:ext cx="10268191" cy="1028900"/>
          </a:xfrm>
          <a:prstGeom prst="rect">
            <a:avLst/>
          </a:prstGeom>
        </p:spPr>
        <p:txBody>
          <a:bodyPr lIns="0" tIns="0" rIns="0" bIns="0" rtlCol="0" anchor="t">
            <a:spAutoFit/>
          </a:bodyPr>
          <a:lstStyle/>
          <a:p>
            <a:pPr marL="646001" lvl="1" indent="-323001" algn="just">
              <a:lnSpc>
                <a:spcPts val="4188"/>
              </a:lnSpc>
              <a:buFont typeface="Arial"/>
              <a:buChar char="•"/>
            </a:pPr>
            <a:r>
              <a:rPr lang="en-US" sz="2992" dirty="0">
                <a:solidFill>
                  <a:srgbClr val="FFFFFF"/>
                </a:solidFill>
                <a:latin typeface="ไอติม"/>
                <a:ea typeface="ไอติม"/>
                <a:cs typeface="ไอติม"/>
                <a:sym typeface="ไอติม"/>
              </a:rPr>
              <a:t>Lorem ipsum dolor sit </a:t>
            </a:r>
            <a:r>
              <a:rPr lang="en-US" sz="2992" dirty="0" err="1">
                <a:solidFill>
                  <a:srgbClr val="FFFFFF"/>
                </a:solidFill>
                <a:latin typeface="ไอติม"/>
                <a:ea typeface="ไอติม"/>
                <a:cs typeface="ไอติม"/>
                <a:sym typeface="ไอติม"/>
              </a:rPr>
              <a:t>amet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consectetur</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adipiscing</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Duis vel dolor ante. </a:t>
            </a:r>
            <a:r>
              <a:rPr lang="en-US" sz="2992" dirty="0" err="1">
                <a:solidFill>
                  <a:srgbClr val="FFFFFF"/>
                </a:solidFill>
                <a:latin typeface="ไอติม"/>
                <a:ea typeface="ไอติม"/>
                <a:cs typeface="ไอติม"/>
                <a:sym typeface="ไอติม"/>
              </a:rPr>
              <a:t>Nullam</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feugiat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egestas</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et </a:t>
            </a:r>
            <a:r>
              <a:rPr lang="en-US" sz="2992" dirty="0" err="1">
                <a:solidFill>
                  <a:srgbClr val="FFFFFF"/>
                </a:solidFill>
                <a:latin typeface="ไอติม"/>
                <a:ea typeface="ไอติม"/>
                <a:cs typeface="ไอติม"/>
                <a:sym typeface="ไอติม"/>
              </a:rPr>
              <a:t>vehicula</a:t>
            </a:r>
            <a:r>
              <a:rPr lang="en-US" sz="2992" dirty="0">
                <a:solidFill>
                  <a:srgbClr val="FFFFFF"/>
                </a:solidFill>
                <a:latin typeface="ไอติม"/>
                <a:ea typeface="ไอติม"/>
                <a:cs typeface="ไอติม"/>
                <a:sym typeface="ไอติม"/>
              </a:rPr>
              <a:t>.</a:t>
            </a:r>
          </a:p>
        </p:txBody>
      </p:sp>
      <p:sp>
        <p:nvSpPr>
          <p:cNvPr id="5" name="Freeform 5"/>
          <p:cNvSpPr/>
          <p:nvPr/>
        </p:nvSpPr>
        <p:spPr>
          <a:xfrm flipH="1">
            <a:off x="857873" y="3315235"/>
            <a:ext cx="6133236" cy="5676031"/>
          </a:xfrm>
          <a:custGeom>
            <a:avLst/>
            <a:gdLst/>
            <a:ahLst/>
            <a:cxnLst/>
            <a:rect l="l" t="t" r="r" b="b"/>
            <a:pathLst>
              <a:path w="6133236" h="5676031">
                <a:moveTo>
                  <a:pt x="6133236" y="0"/>
                </a:moveTo>
                <a:lnTo>
                  <a:pt x="0" y="0"/>
                </a:lnTo>
                <a:lnTo>
                  <a:pt x="0" y="5676030"/>
                </a:lnTo>
                <a:lnTo>
                  <a:pt x="6133236" y="5676030"/>
                </a:lnTo>
                <a:lnTo>
                  <a:pt x="6133236"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6991109" y="5364802"/>
            <a:ext cx="10268191" cy="1028900"/>
          </a:xfrm>
          <a:prstGeom prst="rect">
            <a:avLst/>
          </a:prstGeom>
        </p:spPr>
        <p:txBody>
          <a:bodyPr lIns="0" tIns="0" rIns="0" bIns="0" rtlCol="0" anchor="t">
            <a:spAutoFit/>
          </a:bodyPr>
          <a:lstStyle/>
          <a:p>
            <a:pPr marL="646001" lvl="1" indent="-323001" algn="just">
              <a:lnSpc>
                <a:spcPts val="4188"/>
              </a:lnSpc>
              <a:buFont typeface="Arial"/>
              <a:buChar char="•"/>
            </a:pPr>
            <a:r>
              <a:rPr lang="en-US" sz="2992" dirty="0">
                <a:solidFill>
                  <a:srgbClr val="FFFFFF"/>
                </a:solidFill>
                <a:latin typeface="ไอติม"/>
                <a:ea typeface="ไอติม"/>
                <a:cs typeface="ไอติม"/>
                <a:sym typeface="ไอติม"/>
              </a:rPr>
              <a:t>Lorem ipsum dolor sit </a:t>
            </a:r>
            <a:r>
              <a:rPr lang="en-US" sz="2992" dirty="0" err="1">
                <a:solidFill>
                  <a:srgbClr val="FFFFFF"/>
                </a:solidFill>
                <a:latin typeface="ไอติม"/>
                <a:ea typeface="ไอติม"/>
                <a:cs typeface="ไอติม"/>
                <a:sym typeface="ไอติม"/>
              </a:rPr>
              <a:t>amet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consectetur</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adipiscing</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Duis vel dolor ante. </a:t>
            </a:r>
            <a:r>
              <a:rPr lang="en-US" sz="2992" dirty="0" err="1">
                <a:solidFill>
                  <a:srgbClr val="FFFFFF"/>
                </a:solidFill>
                <a:latin typeface="ไอติม"/>
                <a:ea typeface="ไอติม"/>
                <a:cs typeface="ไอติม"/>
                <a:sym typeface="ไอติม"/>
              </a:rPr>
              <a:t>Nullam</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feugiat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egestas</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et </a:t>
            </a:r>
            <a:r>
              <a:rPr lang="en-US" sz="2992" dirty="0" err="1">
                <a:solidFill>
                  <a:srgbClr val="FFFFFF"/>
                </a:solidFill>
                <a:latin typeface="ไอติม"/>
                <a:ea typeface="ไอติม"/>
                <a:cs typeface="ไอติม"/>
                <a:sym typeface="ไอติม"/>
              </a:rPr>
              <a:t>vehicula</a:t>
            </a:r>
            <a:r>
              <a:rPr lang="en-US" sz="2992" dirty="0">
                <a:solidFill>
                  <a:srgbClr val="FFFFFF"/>
                </a:solidFill>
                <a:latin typeface="ไอติม"/>
                <a:ea typeface="ไอติม"/>
                <a:cs typeface="ไอติม"/>
                <a:sym typeface="ไอติม"/>
              </a:rPr>
              <a:t>.</a:t>
            </a:r>
          </a:p>
        </p:txBody>
      </p:sp>
      <p:sp>
        <p:nvSpPr>
          <p:cNvPr id="7" name="TextBox 7"/>
          <p:cNvSpPr txBox="1"/>
          <p:nvPr/>
        </p:nvSpPr>
        <p:spPr>
          <a:xfrm>
            <a:off x="6991109" y="6650877"/>
            <a:ext cx="10268191" cy="1028900"/>
          </a:xfrm>
          <a:prstGeom prst="rect">
            <a:avLst/>
          </a:prstGeom>
        </p:spPr>
        <p:txBody>
          <a:bodyPr lIns="0" tIns="0" rIns="0" bIns="0" rtlCol="0" anchor="t">
            <a:spAutoFit/>
          </a:bodyPr>
          <a:lstStyle/>
          <a:p>
            <a:pPr marL="646001" lvl="1" indent="-323001" algn="just">
              <a:lnSpc>
                <a:spcPts val="4188"/>
              </a:lnSpc>
              <a:buFont typeface="Arial"/>
              <a:buChar char="•"/>
            </a:pPr>
            <a:r>
              <a:rPr lang="en-US" sz="2992" dirty="0">
                <a:solidFill>
                  <a:srgbClr val="FFFFFF"/>
                </a:solidFill>
                <a:latin typeface="ไอติม"/>
                <a:ea typeface="ไอติม"/>
                <a:cs typeface="ไอติม"/>
                <a:sym typeface="ไอติม"/>
              </a:rPr>
              <a:t>Lorem ipsum dolor sit </a:t>
            </a:r>
            <a:r>
              <a:rPr lang="en-US" sz="2992" dirty="0" err="1">
                <a:solidFill>
                  <a:srgbClr val="FFFFFF"/>
                </a:solidFill>
                <a:latin typeface="ไอติม"/>
                <a:ea typeface="ไอติม"/>
                <a:cs typeface="ไอติม"/>
                <a:sym typeface="ไอติม"/>
              </a:rPr>
              <a:t>amet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consectetur</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adipiscing</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Duis vel dolor ante. </a:t>
            </a:r>
            <a:r>
              <a:rPr lang="en-US" sz="2992" dirty="0" err="1">
                <a:solidFill>
                  <a:srgbClr val="FFFFFF"/>
                </a:solidFill>
                <a:latin typeface="ไอติม"/>
                <a:ea typeface="ไอติม"/>
                <a:cs typeface="ไอติม"/>
                <a:sym typeface="ไอติม"/>
              </a:rPr>
              <a:t>Nullam</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feugiat</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egestas</a:t>
            </a:r>
            <a:r>
              <a:rPr lang="en-US" sz="2992" dirty="0">
                <a:solidFill>
                  <a:srgbClr val="FFFFFF"/>
                </a:solidFill>
                <a:latin typeface="ไอติม"/>
                <a:ea typeface="ไอติม"/>
                <a:cs typeface="ไอติม"/>
                <a:sym typeface="ไอติม"/>
              </a:rPr>
              <a:t> </a:t>
            </a:r>
            <a:r>
              <a:rPr lang="en-US" sz="2992" dirty="0" err="1">
                <a:solidFill>
                  <a:srgbClr val="FFFFFF"/>
                </a:solidFill>
                <a:latin typeface="ไอติม"/>
                <a:ea typeface="ไอติม"/>
                <a:cs typeface="ไอติม"/>
                <a:sym typeface="ไอติม"/>
              </a:rPr>
              <a:t>elit</a:t>
            </a:r>
            <a:r>
              <a:rPr lang="en-US" sz="2992" dirty="0">
                <a:solidFill>
                  <a:srgbClr val="FFFFFF"/>
                </a:solidFill>
                <a:latin typeface="ไอติม"/>
                <a:ea typeface="ไอติม"/>
                <a:cs typeface="ไอติม"/>
                <a:sym typeface="ไอติม"/>
              </a:rPr>
              <a:t> et </a:t>
            </a:r>
            <a:r>
              <a:rPr lang="en-US" sz="2992" dirty="0" err="1">
                <a:solidFill>
                  <a:srgbClr val="FFFFFF"/>
                </a:solidFill>
                <a:latin typeface="ไอติม"/>
                <a:ea typeface="ไอติม"/>
                <a:cs typeface="ไอติม"/>
                <a:sym typeface="ไอติม"/>
              </a:rPr>
              <a:t>vehicula</a:t>
            </a:r>
            <a:r>
              <a:rPr lang="en-US" sz="2992" dirty="0">
                <a:solidFill>
                  <a:srgbClr val="FFFFFF"/>
                </a:solidFill>
                <a:latin typeface="ไอติม"/>
                <a:ea typeface="ไอติม"/>
                <a:cs typeface="ไอติม"/>
                <a:sym typeface="ไอติม"/>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5395691" y="4054922"/>
            <a:ext cx="7496618" cy="2557239"/>
          </a:xfrm>
          <a:prstGeom prst="rect">
            <a:avLst/>
          </a:prstGeom>
        </p:spPr>
        <p:txBody>
          <a:bodyPr lIns="0" tIns="0" rIns="0" bIns="0" rtlCol="0" anchor="t">
            <a:spAutoFit/>
          </a:bodyPr>
          <a:lstStyle/>
          <a:p>
            <a:pPr algn="just">
              <a:lnSpc>
                <a:spcPts val="3424"/>
              </a:lnSpc>
            </a:pPr>
            <a:r>
              <a:rPr lang="en-US" sz="2446">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id="3" name="Freeform 3"/>
          <p:cNvSpPr/>
          <p:nvPr/>
        </p:nvSpPr>
        <p:spPr>
          <a:xfrm>
            <a:off x="5395691" y="908242"/>
            <a:ext cx="7496618" cy="2380176"/>
          </a:xfrm>
          <a:custGeom>
            <a:avLst/>
            <a:gdLst/>
            <a:ahLst/>
            <a:cxnLst/>
            <a:rect l="l" t="t" r="r" b="b"/>
            <a:pathLst>
              <a:path w="7496618" h="2380176">
                <a:moveTo>
                  <a:pt x="0" y="0"/>
                </a:moveTo>
                <a:lnTo>
                  <a:pt x="7496618" y="0"/>
                </a:lnTo>
                <a:lnTo>
                  <a:pt x="7496618" y="2380176"/>
                </a:lnTo>
                <a:lnTo>
                  <a:pt x="0" y="23801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5395691" y="1078618"/>
            <a:ext cx="7020142" cy="1375684"/>
          </a:xfrm>
          <a:prstGeom prst="rect">
            <a:avLst/>
          </a:prstGeom>
        </p:spPr>
        <p:txBody>
          <a:bodyPr lIns="0" tIns="0" rIns="0" bIns="0" rtlCol="0" anchor="t">
            <a:spAutoFit/>
          </a:bodyPr>
          <a:lstStyle/>
          <a:p>
            <a:pPr algn="ctr">
              <a:lnSpc>
                <a:spcPts val="11257"/>
              </a:lnSpc>
            </a:pPr>
            <a:r>
              <a:rPr lang="en-US" sz="8040">
                <a:solidFill>
                  <a:srgbClr val="FFFFFF"/>
                </a:solidFill>
                <a:latin typeface="Baloo Thambi"/>
                <a:ea typeface="Baloo Thambi"/>
                <a:cs typeface="Baloo Thambi"/>
                <a:sym typeface="Baloo Thambi"/>
              </a:rPr>
              <a:t>CONCLUSIONS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4539090" y="4735327"/>
            <a:ext cx="9209819" cy="3189404"/>
          </a:xfrm>
          <a:prstGeom prst="rect">
            <a:avLst/>
          </a:prstGeom>
        </p:spPr>
        <p:txBody>
          <a:bodyPr lIns="0" tIns="0" rIns="0" bIns="0" rtlCol="0" anchor="t">
            <a:spAutoFit/>
          </a:bodyPr>
          <a:lstStyle/>
          <a:p>
            <a:pPr algn="just">
              <a:lnSpc>
                <a:spcPts val="4252"/>
              </a:lnSpc>
            </a:pPr>
            <a:r>
              <a:rPr lang="en-US" sz="3221">
                <a:solidFill>
                  <a:srgbClr val="FFFFF4"/>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id="3" name="Freeform 3"/>
          <p:cNvSpPr/>
          <p:nvPr/>
        </p:nvSpPr>
        <p:spPr>
          <a:xfrm>
            <a:off x="6037537" y="2324573"/>
            <a:ext cx="6212926" cy="1972604"/>
          </a:xfrm>
          <a:custGeom>
            <a:avLst/>
            <a:gdLst/>
            <a:ahLst/>
            <a:cxnLst/>
            <a:rect l="l" t="t" r="r" b="b"/>
            <a:pathLst>
              <a:path w="6212926" h="1972604">
                <a:moveTo>
                  <a:pt x="0" y="0"/>
                </a:moveTo>
                <a:lnTo>
                  <a:pt x="6212926" y="0"/>
                </a:lnTo>
                <a:lnTo>
                  <a:pt x="6212926" y="1972604"/>
                </a:lnTo>
                <a:lnTo>
                  <a:pt x="0" y="1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rot="9985">
            <a:off x="6165103" y="2542867"/>
            <a:ext cx="5615166" cy="1374091"/>
          </a:xfrm>
          <a:prstGeom prst="rect">
            <a:avLst/>
          </a:prstGeom>
        </p:spPr>
        <p:txBody>
          <a:bodyPr lIns="0" tIns="0" rIns="0" bIns="0" rtlCol="0" anchor="t">
            <a:spAutoFit/>
          </a:bodyPr>
          <a:lstStyle/>
          <a:p>
            <a:pPr algn="ctr">
              <a:lnSpc>
                <a:spcPts val="11307"/>
              </a:lnSpc>
            </a:pPr>
            <a:r>
              <a:rPr lang="en-US" sz="8076">
                <a:solidFill>
                  <a:srgbClr val="FFFFFF"/>
                </a:solidFill>
                <a:latin typeface="Baloo Thambi"/>
                <a:ea typeface="Baloo Thambi"/>
                <a:cs typeface="Baloo Thambi"/>
                <a:sym typeface="Baloo Thambi"/>
              </a:rPr>
              <a:t>PORTFOLIO</a:t>
            </a:r>
          </a:p>
        </p:txBody>
      </p:sp>
      <p:sp>
        <p:nvSpPr>
          <p:cNvPr id="5" name="Freeform 5"/>
          <p:cNvSpPr/>
          <p:nvPr/>
        </p:nvSpPr>
        <p:spPr>
          <a:xfrm>
            <a:off x="14945878" y="6609415"/>
            <a:ext cx="2712917" cy="2960525"/>
          </a:xfrm>
          <a:custGeom>
            <a:avLst/>
            <a:gdLst/>
            <a:ahLst/>
            <a:cxnLst/>
            <a:rect l="l" t="t" r="r" b="b"/>
            <a:pathLst>
              <a:path w="2712917" h="2960525">
                <a:moveTo>
                  <a:pt x="0" y="0"/>
                </a:moveTo>
                <a:lnTo>
                  <a:pt x="2712917" y="0"/>
                </a:lnTo>
                <a:lnTo>
                  <a:pt x="2712917" y="2960525"/>
                </a:lnTo>
                <a:lnTo>
                  <a:pt x="0" y="29605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flipH="1">
            <a:off x="529765" y="6363599"/>
            <a:ext cx="3730229" cy="3452158"/>
          </a:xfrm>
          <a:custGeom>
            <a:avLst/>
            <a:gdLst/>
            <a:ahLst/>
            <a:cxnLst/>
            <a:rect l="l" t="t" r="r" b="b"/>
            <a:pathLst>
              <a:path w="3730229" h="3452158">
                <a:moveTo>
                  <a:pt x="3730229" y="0"/>
                </a:moveTo>
                <a:lnTo>
                  <a:pt x="0" y="0"/>
                </a:lnTo>
                <a:lnTo>
                  <a:pt x="0" y="3452157"/>
                </a:lnTo>
                <a:lnTo>
                  <a:pt x="3730229" y="3452157"/>
                </a:lnTo>
                <a:lnTo>
                  <a:pt x="373022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4593218" y="3437848"/>
            <a:ext cx="9101564" cy="2188214"/>
          </a:xfrm>
          <a:prstGeom prst="rect">
            <a:avLst/>
          </a:prstGeom>
        </p:spPr>
        <p:txBody>
          <a:bodyPr lIns="0" tIns="0" rIns="0" bIns="0" rtlCol="0" anchor="t">
            <a:spAutoFit/>
          </a:bodyPr>
          <a:lstStyle/>
          <a:p>
            <a:pPr marL="575679" lvl="1" indent="-287839" algn="just">
              <a:lnSpc>
                <a:spcPts val="3519"/>
              </a:lnSpc>
              <a:buFont typeface="Arial"/>
              <a:buChar char="•"/>
            </a:pPr>
            <a:r>
              <a:rPr lang="en-US" sz="2666">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id="3" name="Freeform 3"/>
          <p:cNvSpPr/>
          <p:nvPr/>
        </p:nvSpPr>
        <p:spPr>
          <a:xfrm>
            <a:off x="5666760" y="731254"/>
            <a:ext cx="7144980" cy="2268531"/>
          </a:xfrm>
          <a:custGeom>
            <a:avLst/>
            <a:gdLst/>
            <a:ahLst/>
            <a:cxnLst/>
            <a:rect l="l" t="t" r="r" b="b"/>
            <a:pathLst>
              <a:path w="7144980" h="2268531">
                <a:moveTo>
                  <a:pt x="0" y="0"/>
                </a:moveTo>
                <a:lnTo>
                  <a:pt x="7144980" y="0"/>
                </a:lnTo>
                <a:lnTo>
                  <a:pt x="7144980" y="2268531"/>
                </a:lnTo>
                <a:lnTo>
                  <a:pt x="0" y="22685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rot="9985">
            <a:off x="5020403" y="1249201"/>
            <a:ext cx="8247499" cy="937361"/>
          </a:xfrm>
          <a:prstGeom prst="rect">
            <a:avLst/>
          </a:prstGeom>
        </p:spPr>
        <p:txBody>
          <a:bodyPr lIns="0" tIns="0" rIns="0" bIns="0" rtlCol="0" anchor="t">
            <a:spAutoFit/>
          </a:bodyPr>
          <a:lstStyle/>
          <a:p>
            <a:pPr algn="ctr">
              <a:lnSpc>
                <a:spcPts val="7662"/>
              </a:lnSpc>
            </a:pPr>
            <a:r>
              <a:rPr lang="en-US" sz="5473">
                <a:solidFill>
                  <a:srgbClr val="FFFFFF"/>
                </a:solidFill>
                <a:latin typeface="Baloo Thambi"/>
                <a:ea typeface="Baloo Thambi"/>
                <a:cs typeface="Baloo Thambi"/>
                <a:sym typeface="Baloo Thambi"/>
              </a:rPr>
              <a:t>RECOMMENDATION</a:t>
            </a:r>
          </a:p>
        </p:txBody>
      </p:sp>
      <p:sp>
        <p:nvSpPr>
          <p:cNvPr id="5" name="Freeform 5"/>
          <p:cNvSpPr/>
          <p:nvPr/>
        </p:nvSpPr>
        <p:spPr>
          <a:xfrm>
            <a:off x="15155737" y="7221460"/>
            <a:ext cx="2242974" cy="2447690"/>
          </a:xfrm>
          <a:custGeom>
            <a:avLst/>
            <a:gdLst/>
            <a:ahLst/>
            <a:cxnLst/>
            <a:rect l="l" t="t" r="r" b="b"/>
            <a:pathLst>
              <a:path w="2242974" h="2447690">
                <a:moveTo>
                  <a:pt x="0" y="0"/>
                </a:moveTo>
                <a:lnTo>
                  <a:pt x="2242974" y="0"/>
                </a:lnTo>
                <a:lnTo>
                  <a:pt x="2242974" y="2447690"/>
                </a:lnTo>
                <a:lnTo>
                  <a:pt x="0" y="24476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flipH="1">
            <a:off x="1028700" y="6903472"/>
            <a:ext cx="3656072" cy="3383528"/>
          </a:xfrm>
          <a:custGeom>
            <a:avLst/>
            <a:gdLst/>
            <a:ahLst/>
            <a:cxnLst/>
            <a:rect l="l" t="t" r="r" b="b"/>
            <a:pathLst>
              <a:path w="3656072" h="3383528">
                <a:moveTo>
                  <a:pt x="3656072" y="0"/>
                </a:moveTo>
                <a:lnTo>
                  <a:pt x="0" y="0"/>
                </a:lnTo>
                <a:lnTo>
                  <a:pt x="0" y="3383528"/>
                </a:lnTo>
                <a:lnTo>
                  <a:pt x="3656072" y="3383528"/>
                </a:lnTo>
                <a:lnTo>
                  <a:pt x="3656072"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4688468" y="6108303"/>
            <a:ext cx="9101564" cy="2188214"/>
          </a:xfrm>
          <a:prstGeom prst="rect">
            <a:avLst/>
          </a:prstGeom>
        </p:spPr>
        <p:txBody>
          <a:bodyPr lIns="0" tIns="0" rIns="0" bIns="0" rtlCol="0" anchor="t">
            <a:spAutoFit/>
          </a:bodyPr>
          <a:lstStyle/>
          <a:p>
            <a:pPr marL="575679" lvl="1" indent="-287839" algn="just">
              <a:lnSpc>
                <a:spcPts val="3519"/>
              </a:lnSpc>
              <a:buFont typeface="Arial"/>
              <a:buChar char="•"/>
            </a:pPr>
            <a:r>
              <a:rPr lang="en-US" sz="2666">
                <a:solidFill>
                  <a:srgbClr val="FFFFFF"/>
                </a:solidFill>
                <a:latin typeface="ไอติม"/>
                <a:ea typeface="ไอติม"/>
                <a:cs typeface="ไอติม"/>
                <a:sym typeface="ไอติม"/>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6109498" y="3890331"/>
            <a:ext cx="5996448" cy="828675"/>
          </a:xfrm>
          <a:prstGeom prst="rect">
            <a:avLst/>
          </a:prstGeom>
        </p:spPr>
        <p:txBody>
          <a:bodyPr lIns="0" tIns="0" rIns="0" bIns="0" rtlCol="0" anchor="t">
            <a:spAutoFit/>
          </a:bodyPr>
          <a:lstStyle/>
          <a:p>
            <a:pPr marL="0" lvl="0" indent="0" algn="ctr">
              <a:lnSpc>
                <a:spcPts val="6599"/>
              </a:lnSpc>
              <a:spcBef>
                <a:spcPct val="0"/>
              </a:spcBef>
            </a:pPr>
            <a:r>
              <a:rPr lang="en-US" sz="5499">
                <a:solidFill>
                  <a:srgbClr val="FFFFF4"/>
                </a:solidFill>
                <a:latin typeface="Baloo Thambi"/>
                <a:ea typeface="Baloo Thambi"/>
                <a:cs typeface="Baloo Thambi"/>
                <a:sym typeface="Baloo Thambi"/>
              </a:rPr>
              <a:t>RESULT </a:t>
            </a:r>
          </a:p>
        </p:txBody>
      </p:sp>
      <p:sp>
        <p:nvSpPr>
          <p:cNvPr id="3" name="Freeform 3"/>
          <p:cNvSpPr/>
          <p:nvPr/>
        </p:nvSpPr>
        <p:spPr>
          <a:xfrm rot="369873">
            <a:off x="7561437" y="4534483"/>
            <a:ext cx="3825747" cy="542561"/>
          </a:xfrm>
          <a:custGeom>
            <a:avLst/>
            <a:gdLst/>
            <a:ahLst/>
            <a:cxnLst/>
            <a:rect l="l" t="t" r="r" b="b"/>
            <a:pathLst>
              <a:path w="3825747" h="542561">
                <a:moveTo>
                  <a:pt x="0" y="0"/>
                </a:moveTo>
                <a:lnTo>
                  <a:pt x="3825748" y="0"/>
                </a:lnTo>
                <a:lnTo>
                  <a:pt x="3825748" y="542560"/>
                </a:lnTo>
                <a:lnTo>
                  <a:pt x="0" y="542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4" name="Picture 4"/>
          <p:cNvPicPr>
            <a:picLocks noChangeAspect="1"/>
          </p:cNvPicPr>
          <p:nvPr/>
        </p:nvPicPr>
        <p:blipFill>
          <a:blip r:embed="rId4"/>
          <a:srcRect/>
          <a:stretch>
            <a:fillRect/>
          </a:stretch>
        </p:blipFill>
        <p:spPr>
          <a:xfrm rot="-1213991">
            <a:off x="3354114" y="293656"/>
            <a:ext cx="2115242" cy="2337284"/>
          </a:xfrm>
          <a:prstGeom prst="rect">
            <a:avLst/>
          </a:prstGeom>
        </p:spPr>
      </p:pic>
      <p:sp>
        <p:nvSpPr>
          <p:cNvPr id="5" name="Freeform 5"/>
          <p:cNvSpPr/>
          <p:nvPr/>
        </p:nvSpPr>
        <p:spPr>
          <a:xfrm>
            <a:off x="6430792" y="1189621"/>
            <a:ext cx="5426415" cy="1722887"/>
          </a:xfrm>
          <a:custGeom>
            <a:avLst/>
            <a:gdLst/>
            <a:ahLst/>
            <a:cxnLst/>
            <a:rect l="l" t="t" r="r" b="b"/>
            <a:pathLst>
              <a:path w="5426415" h="1722887">
                <a:moveTo>
                  <a:pt x="0" y="0"/>
                </a:moveTo>
                <a:lnTo>
                  <a:pt x="5426416" y="0"/>
                </a:lnTo>
                <a:lnTo>
                  <a:pt x="5426416" y="1722887"/>
                </a:lnTo>
                <a:lnTo>
                  <a:pt x="0" y="17228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6182054" y="1200150"/>
            <a:ext cx="5923892" cy="1471043"/>
          </a:xfrm>
          <a:prstGeom prst="rect">
            <a:avLst/>
          </a:prstGeom>
        </p:spPr>
        <p:txBody>
          <a:bodyPr lIns="0" tIns="0" rIns="0" bIns="0" rtlCol="0" anchor="t">
            <a:spAutoFit/>
          </a:bodyPr>
          <a:lstStyle/>
          <a:p>
            <a:pPr marL="0" lvl="0" indent="0" algn="ctr">
              <a:lnSpc>
                <a:spcPts val="11168"/>
              </a:lnSpc>
              <a:spcBef>
                <a:spcPct val="0"/>
              </a:spcBef>
            </a:pPr>
            <a:r>
              <a:rPr lang="en-US" sz="10843" u="none" strike="noStrike">
                <a:solidFill>
                  <a:srgbClr val="FFFFFF"/>
                </a:solidFill>
                <a:latin typeface="Baloo Thambi"/>
                <a:ea typeface="Baloo Thambi"/>
                <a:cs typeface="Baloo Thambi"/>
                <a:sym typeface="Baloo Thambi"/>
              </a:rPr>
              <a:t>Results</a:t>
            </a:r>
          </a:p>
        </p:txBody>
      </p:sp>
      <p:sp>
        <p:nvSpPr>
          <p:cNvPr id="7" name="TextBox 7"/>
          <p:cNvSpPr txBox="1"/>
          <p:nvPr/>
        </p:nvSpPr>
        <p:spPr>
          <a:xfrm>
            <a:off x="4905689" y="5447894"/>
            <a:ext cx="9137243" cy="877726"/>
          </a:xfrm>
          <a:prstGeom prst="rect">
            <a:avLst/>
          </a:prstGeom>
        </p:spPr>
        <p:txBody>
          <a:bodyPr lIns="0" tIns="0" rIns="0" bIns="0" rtlCol="0" anchor="t">
            <a:spAutoFit/>
          </a:bodyPr>
          <a:lstStyle/>
          <a:p>
            <a:pPr marL="554616" lvl="1" indent="-277308" algn="l">
              <a:lnSpc>
                <a:spcPts val="3596"/>
              </a:lnSpc>
              <a:buFont typeface="Arial"/>
              <a:buChar char="•"/>
            </a:pPr>
            <a:r>
              <a:rPr lang="en-US" sz="2568">
                <a:solidFill>
                  <a:srgbClr val="FFFFF4"/>
                </a:solidFill>
                <a:latin typeface="ไอติม"/>
                <a:ea typeface="ไอติม"/>
                <a:cs typeface="ไอติม"/>
                <a:sym typeface="ไอติม"/>
              </a:rPr>
              <a:t>Lorem ipsum dolor sit amet, consectetur adipiscing elit. Duis vel dolor ante. Nullam feugiat egestas elit et vehicula.</a:t>
            </a:r>
          </a:p>
        </p:txBody>
      </p:sp>
      <p:sp>
        <p:nvSpPr>
          <p:cNvPr id="8" name="TextBox 8"/>
          <p:cNvSpPr txBox="1"/>
          <p:nvPr/>
        </p:nvSpPr>
        <p:spPr>
          <a:xfrm>
            <a:off x="4905689" y="6723224"/>
            <a:ext cx="9137243" cy="877726"/>
          </a:xfrm>
          <a:prstGeom prst="rect">
            <a:avLst/>
          </a:prstGeom>
        </p:spPr>
        <p:txBody>
          <a:bodyPr lIns="0" tIns="0" rIns="0" bIns="0" rtlCol="0" anchor="t">
            <a:spAutoFit/>
          </a:bodyPr>
          <a:lstStyle/>
          <a:p>
            <a:pPr marL="554616" lvl="1" indent="-277308" algn="l">
              <a:lnSpc>
                <a:spcPts val="3596"/>
              </a:lnSpc>
              <a:buFont typeface="Arial"/>
              <a:buChar char="•"/>
            </a:pPr>
            <a:r>
              <a:rPr lang="en-US" sz="2568">
                <a:solidFill>
                  <a:srgbClr val="FFFFF4"/>
                </a:solidFill>
                <a:latin typeface="ไอติม"/>
                <a:ea typeface="ไอติม"/>
                <a:cs typeface="ไอติม"/>
                <a:sym typeface="ไอติม"/>
              </a:rPr>
              <a:t>Lorem ipsum dolor sit amet, consectetur adipiscing elit. Duis vel dolor ante. Nullam feugiat egestas elit et vehicula.</a:t>
            </a:r>
          </a:p>
        </p:txBody>
      </p:sp>
      <p:sp>
        <p:nvSpPr>
          <p:cNvPr id="9" name="TextBox 9"/>
          <p:cNvSpPr txBox="1"/>
          <p:nvPr/>
        </p:nvSpPr>
        <p:spPr>
          <a:xfrm>
            <a:off x="4905689" y="8001000"/>
            <a:ext cx="9137243" cy="877726"/>
          </a:xfrm>
          <a:prstGeom prst="rect">
            <a:avLst/>
          </a:prstGeom>
        </p:spPr>
        <p:txBody>
          <a:bodyPr lIns="0" tIns="0" rIns="0" bIns="0" rtlCol="0" anchor="t">
            <a:spAutoFit/>
          </a:bodyPr>
          <a:lstStyle/>
          <a:p>
            <a:pPr marL="554616" lvl="1" indent="-277308" algn="l">
              <a:lnSpc>
                <a:spcPts val="3596"/>
              </a:lnSpc>
              <a:buFont typeface="Arial"/>
              <a:buChar char="•"/>
            </a:pPr>
            <a:r>
              <a:rPr lang="en-US" sz="2568">
                <a:solidFill>
                  <a:srgbClr val="FFFFF4"/>
                </a:solidFill>
                <a:latin typeface="ไอติม"/>
                <a:ea typeface="ไอติม"/>
                <a:cs typeface="ไอติม"/>
                <a:sym typeface="ไอติม"/>
              </a:rPr>
              <a:t>Lorem ipsum dolor sit amet, consectetur adipiscing elit. Duis vel dolor ante. Nullam feugiat egestas elit et vehicula.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sp>
        <p:nvSpPr>
          <p:cNvPr id="2" name="TextBox 2"/>
          <p:cNvSpPr txBox="1"/>
          <p:nvPr/>
        </p:nvSpPr>
        <p:spPr>
          <a:xfrm>
            <a:off x="3992358" y="3213834"/>
            <a:ext cx="10303285" cy="4248144"/>
          </a:xfrm>
          <a:prstGeom prst="rect">
            <a:avLst/>
          </a:prstGeom>
        </p:spPr>
        <p:txBody>
          <a:bodyPr lIns="0" tIns="0" rIns="0" bIns="0" rtlCol="0" anchor="t">
            <a:spAutoFit/>
          </a:bodyPr>
          <a:lstStyle/>
          <a:p>
            <a:pPr algn="ctr">
              <a:lnSpc>
                <a:spcPts val="15860"/>
              </a:lnSpc>
            </a:pPr>
            <a:r>
              <a:rPr lang="en-US" sz="19341">
                <a:solidFill>
                  <a:srgbClr val="FFFFFF"/>
                </a:solidFill>
                <a:latin typeface="Baloo Thambi"/>
                <a:ea typeface="Baloo Thambi"/>
                <a:cs typeface="Baloo Thambi"/>
                <a:sym typeface="Baloo Thambi"/>
              </a:rPr>
              <a:t>THANK YOU</a:t>
            </a:r>
          </a:p>
        </p:txBody>
      </p:sp>
      <p:sp>
        <p:nvSpPr>
          <p:cNvPr id="3" name="Freeform 3"/>
          <p:cNvSpPr/>
          <p:nvPr/>
        </p:nvSpPr>
        <p:spPr>
          <a:xfrm>
            <a:off x="5697693" y="6879238"/>
            <a:ext cx="6892615" cy="1165479"/>
          </a:xfrm>
          <a:custGeom>
            <a:avLst/>
            <a:gdLst/>
            <a:ahLst/>
            <a:cxnLst/>
            <a:rect l="l" t="t" r="r" b="b"/>
            <a:pathLst>
              <a:path w="6892615" h="1165479">
                <a:moveTo>
                  <a:pt x="0" y="0"/>
                </a:moveTo>
                <a:lnTo>
                  <a:pt x="6892614" y="0"/>
                </a:lnTo>
                <a:lnTo>
                  <a:pt x="6892614" y="1165479"/>
                </a:lnTo>
                <a:lnTo>
                  <a:pt x="0" y="11654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301178" y="259024"/>
            <a:ext cx="3718141" cy="2690582"/>
          </a:xfrm>
          <a:custGeom>
            <a:avLst/>
            <a:gdLst/>
            <a:ahLst/>
            <a:cxnLst/>
            <a:rect l="l" t="t" r="r" b="b"/>
            <a:pathLst>
              <a:path w="3718141" h="2690582">
                <a:moveTo>
                  <a:pt x="0" y="0"/>
                </a:moveTo>
                <a:lnTo>
                  <a:pt x="3718141" y="0"/>
                </a:lnTo>
                <a:lnTo>
                  <a:pt x="3718141" y="2690582"/>
                </a:lnTo>
                <a:lnTo>
                  <a:pt x="0" y="26905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a:off x="15100608" y="7913009"/>
            <a:ext cx="3718141" cy="2690582"/>
          </a:xfrm>
          <a:custGeom>
            <a:avLst/>
            <a:gdLst/>
            <a:ahLst/>
            <a:cxnLst/>
            <a:rect l="l" t="t" r="r" b="b"/>
            <a:pathLst>
              <a:path w="3718141" h="2690582">
                <a:moveTo>
                  <a:pt x="3718141" y="0"/>
                </a:moveTo>
                <a:lnTo>
                  <a:pt x="0" y="0"/>
                </a:lnTo>
                <a:lnTo>
                  <a:pt x="0" y="2690582"/>
                </a:lnTo>
                <a:lnTo>
                  <a:pt x="3718141" y="2690582"/>
                </a:lnTo>
                <a:lnTo>
                  <a:pt x="371814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7692123" y="-213099"/>
            <a:ext cx="10828916" cy="1496359"/>
          </a:xfrm>
          <a:custGeom>
            <a:avLst/>
            <a:gdLst/>
            <a:ahLst/>
            <a:cxnLst/>
            <a:rect l="l" t="t" r="r" b="b"/>
            <a:pathLst>
              <a:path w="10828916" h="1496359">
                <a:moveTo>
                  <a:pt x="0" y="0"/>
                </a:moveTo>
                <a:lnTo>
                  <a:pt x="10828916" y="0"/>
                </a:lnTo>
                <a:lnTo>
                  <a:pt x="10828916" y="1496359"/>
                </a:lnTo>
                <a:lnTo>
                  <a:pt x="0" y="14963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p:cNvSpPr/>
          <p:nvPr/>
        </p:nvSpPr>
        <p:spPr>
          <a:xfrm flipH="1" flipV="1">
            <a:off x="-729838" y="8999241"/>
            <a:ext cx="10828916" cy="1496359"/>
          </a:xfrm>
          <a:custGeom>
            <a:avLst/>
            <a:gdLst/>
            <a:ahLst/>
            <a:cxnLst/>
            <a:rect l="l" t="t" r="r" b="b"/>
            <a:pathLst>
              <a:path w="10828916" h="1496359">
                <a:moveTo>
                  <a:pt x="10828916" y="1496359"/>
                </a:moveTo>
                <a:lnTo>
                  <a:pt x="0" y="1496359"/>
                </a:lnTo>
                <a:lnTo>
                  <a:pt x="0" y="0"/>
                </a:lnTo>
                <a:lnTo>
                  <a:pt x="10828916" y="0"/>
                </a:lnTo>
                <a:lnTo>
                  <a:pt x="10828916" y="1496359"/>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627</Words>
  <Application>Microsoft Office PowerPoint</Application>
  <PresentationFormat>Custom</PresentationFormat>
  <Paragraphs>28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Baloo Thambi</vt:lpstr>
      <vt:lpstr>ไอติม</vt:lpstr>
      <vt:lpstr>Arial</vt:lpstr>
      <vt:lpstr>Calibri</vt:lpstr>
      <vt:lpstr>Caveat Brush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Duis vel dolor ante. Nullam feugiat egestas elit et vehicula. Proin venenatis, orci nec cursus tristique, nulla risus mattis eros, id accumsan massa elit eu augue. Mauris massa ipsum, pharetra id</dc:title>
  <cp:lastModifiedBy>Deepanshi Mane</cp:lastModifiedBy>
  <cp:revision>2</cp:revision>
  <dcterms:created xsi:type="dcterms:W3CDTF">2006-08-16T00:00:00Z</dcterms:created>
  <dcterms:modified xsi:type="dcterms:W3CDTF">2026-03-15T09:23:26Z</dcterms:modified>
  <dc:identifier>DAHEAPACS3g</dc:identifier>
</cp:coreProperties>
</file>