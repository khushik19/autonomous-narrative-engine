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Bodoni FLF Bold" charset="1" panose="02000803080000020003"/>
      <p:regular r:id="rId13"/>
    </p:embeddedFont>
    <p:embeddedFont>
      <p:font typeface="TT Commons Pro" charset="1" panose="020B010303010202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05693" y="7532640"/>
            <a:ext cx="4637582" cy="4114800"/>
          </a:xfrm>
          <a:custGeom>
            <a:avLst/>
            <a:gdLst/>
            <a:ahLst/>
            <a:cxnLst/>
            <a:rect r="r" b="b" t="t" l="l"/>
            <a:pathLst>
              <a:path h="4114800" w="4637582">
                <a:moveTo>
                  <a:pt x="4637582" y="0"/>
                </a:moveTo>
                <a:lnTo>
                  <a:pt x="0" y="0"/>
                </a:lnTo>
                <a:lnTo>
                  <a:pt x="0" y="4114800"/>
                </a:lnTo>
                <a:lnTo>
                  <a:pt x="4637582" y="4114800"/>
                </a:lnTo>
                <a:lnTo>
                  <a:pt x="46375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856111" y="-1360440"/>
            <a:ext cx="4637582" cy="4114800"/>
          </a:xfrm>
          <a:custGeom>
            <a:avLst/>
            <a:gdLst/>
            <a:ahLst/>
            <a:cxnLst/>
            <a:rect r="r" b="b" t="t" l="l"/>
            <a:pathLst>
              <a:path h="4114800" w="4637582">
                <a:moveTo>
                  <a:pt x="0" y="4114800"/>
                </a:moveTo>
                <a:lnTo>
                  <a:pt x="4637582" y="4114800"/>
                </a:lnTo>
                <a:lnTo>
                  <a:pt x="46375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5693" y="-1259583"/>
            <a:ext cx="3436119" cy="3448660"/>
          </a:xfrm>
          <a:custGeom>
            <a:avLst/>
            <a:gdLst/>
            <a:ahLst/>
            <a:cxnLst/>
            <a:rect r="r" b="b" t="t" l="l"/>
            <a:pathLst>
              <a:path h="3448660" w="3436119">
                <a:moveTo>
                  <a:pt x="0" y="0"/>
                </a:moveTo>
                <a:lnTo>
                  <a:pt x="3436119" y="0"/>
                </a:lnTo>
                <a:lnTo>
                  <a:pt x="3436119" y="3448659"/>
                </a:lnTo>
                <a:lnTo>
                  <a:pt x="0" y="34486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840788" y="3767245"/>
            <a:ext cx="10606424" cy="1786894"/>
          </a:xfrm>
          <a:prstGeom prst="rect">
            <a:avLst/>
          </a:prstGeom>
        </p:spPr>
        <p:txBody>
          <a:bodyPr anchor="t" rtlCol="false" tIns="0" lIns="0" bIns="0" rIns="0">
            <a:spAutoFit/>
          </a:bodyPr>
          <a:lstStyle/>
          <a:p>
            <a:pPr algn="ctr">
              <a:lnSpc>
                <a:spcPts val="13859"/>
              </a:lnSpc>
            </a:pPr>
            <a:r>
              <a:rPr lang="en-US" b="true" sz="9899">
                <a:solidFill>
                  <a:srgbClr val="000000"/>
                </a:solidFill>
                <a:latin typeface="Bodoni FLF Bold"/>
                <a:ea typeface="Bodoni FLF Bold"/>
                <a:cs typeface="Bodoni FLF Bold"/>
                <a:sym typeface="Bodoni FLF Bold"/>
              </a:rPr>
              <a:t>PRESENTATION</a:t>
            </a:r>
          </a:p>
        </p:txBody>
      </p:sp>
      <p:grpSp>
        <p:nvGrpSpPr>
          <p:cNvPr name="Group 6" id="6"/>
          <p:cNvGrpSpPr/>
          <p:nvPr/>
        </p:nvGrpSpPr>
        <p:grpSpPr>
          <a:xfrm rot="0">
            <a:off x="5898271" y="5494643"/>
            <a:ext cx="6491457" cy="748887"/>
            <a:chOff x="0" y="0"/>
            <a:chExt cx="8655277" cy="998516"/>
          </a:xfrm>
        </p:grpSpPr>
        <p:grpSp>
          <p:nvGrpSpPr>
            <p:cNvPr name="Group 7" id="7"/>
            <p:cNvGrpSpPr/>
            <p:nvPr/>
          </p:nvGrpSpPr>
          <p:grpSpPr>
            <a:xfrm rot="0">
              <a:off x="0" y="0"/>
              <a:ext cx="8655277" cy="998516"/>
              <a:chOff x="0" y="0"/>
              <a:chExt cx="1335691" cy="154092"/>
            </a:xfrm>
          </p:grpSpPr>
          <p:sp>
            <p:nvSpPr>
              <p:cNvPr name="Freeform 8" id="8"/>
              <p:cNvSpPr/>
              <p:nvPr/>
            </p:nvSpPr>
            <p:spPr>
              <a:xfrm flipH="false" flipV="false" rot="0">
                <a:off x="0" y="0"/>
                <a:ext cx="1335691" cy="154092"/>
              </a:xfrm>
              <a:custGeom>
                <a:avLst/>
                <a:gdLst/>
                <a:ahLst/>
                <a:cxnLst/>
                <a:rect r="r" b="b" t="t" l="l"/>
                <a:pathLst>
                  <a:path h="154092" w="1335691">
                    <a:moveTo>
                      <a:pt x="32611" y="0"/>
                    </a:moveTo>
                    <a:lnTo>
                      <a:pt x="1303080" y="0"/>
                    </a:lnTo>
                    <a:cubicBezTo>
                      <a:pt x="1311729" y="0"/>
                      <a:pt x="1320024" y="3436"/>
                      <a:pt x="1326139" y="9552"/>
                    </a:cubicBezTo>
                    <a:cubicBezTo>
                      <a:pt x="1332255" y="15667"/>
                      <a:pt x="1335691" y="23962"/>
                      <a:pt x="1335691" y="32611"/>
                    </a:cubicBezTo>
                    <a:lnTo>
                      <a:pt x="1335691" y="121481"/>
                    </a:lnTo>
                    <a:cubicBezTo>
                      <a:pt x="1335691" y="130130"/>
                      <a:pt x="1332255" y="138425"/>
                      <a:pt x="1326139" y="144540"/>
                    </a:cubicBezTo>
                    <a:cubicBezTo>
                      <a:pt x="1320024" y="150656"/>
                      <a:pt x="1311729" y="154092"/>
                      <a:pt x="1303080" y="154092"/>
                    </a:cubicBezTo>
                    <a:lnTo>
                      <a:pt x="32611" y="154092"/>
                    </a:lnTo>
                    <a:cubicBezTo>
                      <a:pt x="23962" y="154092"/>
                      <a:pt x="15667" y="150656"/>
                      <a:pt x="9552" y="144540"/>
                    </a:cubicBezTo>
                    <a:cubicBezTo>
                      <a:pt x="3436" y="138425"/>
                      <a:pt x="0" y="130130"/>
                      <a:pt x="0" y="121481"/>
                    </a:cubicBezTo>
                    <a:lnTo>
                      <a:pt x="0" y="32611"/>
                    </a:lnTo>
                    <a:cubicBezTo>
                      <a:pt x="0" y="23962"/>
                      <a:pt x="3436" y="15667"/>
                      <a:pt x="9552" y="9552"/>
                    </a:cubicBezTo>
                    <a:cubicBezTo>
                      <a:pt x="15667" y="3436"/>
                      <a:pt x="23962" y="0"/>
                      <a:pt x="32611" y="0"/>
                    </a:cubicBezTo>
                    <a:close/>
                  </a:path>
                </a:pathLst>
              </a:custGeom>
              <a:solidFill>
                <a:srgbClr val="000000"/>
              </a:solidFill>
            </p:spPr>
          </p:sp>
          <p:sp>
            <p:nvSpPr>
              <p:cNvPr name="TextBox 9" id="9"/>
              <p:cNvSpPr txBox="true"/>
              <p:nvPr/>
            </p:nvSpPr>
            <p:spPr>
              <a:xfrm>
                <a:off x="0" y="-47625"/>
                <a:ext cx="1335691" cy="201717"/>
              </a:xfrm>
              <a:prstGeom prst="rect">
                <a:avLst/>
              </a:prstGeom>
            </p:spPr>
            <p:txBody>
              <a:bodyPr anchor="ctr" rtlCol="false" tIns="50800" lIns="50800" bIns="50800" rIns="50800"/>
              <a:lstStyle/>
              <a:p>
                <a:pPr algn="ctr">
                  <a:lnSpc>
                    <a:spcPts val="3126"/>
                  </a:lnSpc>
                </a:pPr>
              </a:p>
            </p:txBody>
          </p:sp>
        </p:grpSp>
        <p:sp>
          <p:nvSpPr>
            <p:cNvPr name="TextBox 10" id="10"/>
            <p:cNvSpPr txBox="true"/>
            <p:nvPr/>
          </p:nvSpPr>
          <p:spPr>
            <a:xfrm rot="0">
              <a:off x="815760" y="90106"/>
              <a:ext cx="7023756" cy="751628"/>
            </a:xfrm>
            <a:prstGeom prst="rect">
              <a:avLst/>
            </a:prstGeom>
          </p:spPr>
          <p:txBody>
            <a:bodyPr anchor="t" rtlCol="false" tIns="0" lIns="0" bIns="0" rIns="0">
              <a:spAutoFit/>
            </a:bodyPr>
            <a:lstStyle/>
            <a:p>
              <a:pPr algn="ctr">
                <a:lnSpc>
                  <a:spcPts val="4760"/>
                </a:lnSpc>
              </a:pPr>
              <a:r>
                <a:rPr lang="en-US" sz="3400">
                  <a:solidFill>
                    <a:srgbClr val="FFFFFF"/>
                  </a:solidFill>
                  <a:latin typeface="TT Commons Pro"/>
                  <a:ea typeface="TT Commons Pro"/>
                  <a:cs typeface="TT Commons Pro"/>
                  <a:sym typeface="TT Commons Pro"/>
                </a:rPr>
                <a:t>By Francisco Andrade</a:t>
              </a:r>
            </a:p>
          </p:txBody>
        </p:sp>
      </p:grpSp>
      <p:sp>
        <p:nvSpPr>
          <p:cNvPr name="Freeform 11" id="11"/>
          <p:cNvSpPr/>
          <p:nvPr/>
        </p:nvSpPr>
        <p:spPr>
          <a:xfrm flipH="false" flipV="false" rot="0">
            <a:off x="16057574" y="8097924"/>
            <a:ext cx="3436119" cy="3448660"/>
          </a:xfrm>
          <a:custGeom>
            <a:avLst/>
            <a:gdLst/>
            <a:ahLst/>
            <a:cxnLst/>
            <a:rect r="r" b="b" t="t" l="l"/>
            <a:pathLst>
              <a:path h="3448660" w="3436119">
                <a:moveTo>
                  <a:pt x="0" y="0"/>
                </a:moveTo>
                <a:lnTo>
                  <a:pt x="3436119" y="0"/>
                </a:lnTo>
                <a:lnTo>
                  <a:pt x="3436119" y="3448659"/>
                </a:lnTo>
                <a:lnTo>
                  <a:pt x="0" y="34486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54785" y="7963260"/>
            <a:ext cx="3436119" cy="3448660"/>
          </a:xfrm>
          <a:custGeom>
            <a:avLst/>
            <a:gdLst/>
            <a:ahLst/>
            <a:cxnLst/>
            <a:rect r="r" b="b" t="t" l="l"/>
            <a:pathLst>
              <a:path h="3448660" w="3436119">
                <a:moveTo>
                  <a:pt x="0" y="0"/>
                </a:moveTo>
                <a:lnTo>
                  <a:pt x="3436119" y="0"/>
                </a:lnTo>
                <a:lnTo>
                  <a:pt x="3436119" y="3448660"/>
                </a:lnTo>
                <a:lnTo>
                  <a:pt x="0" y="34486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501424" y="3951238"/>
            <a:ext cx="11285152" cy="2508561"/>
          </a:xfrm>
          <a:prstGeom prst="rect">
            <a:avLst/>
          </a:prstGeom>
        </p:spPr>
        <p:txBody>
          <a:bodyPr anchor="t" rtlCol="false" tIns="0" lIns="0" bIns="0" rIns="0">
            <a:spAutoFit/>
          </a:bodyPr>
          <a:lstStyle/>
          <a:p>
            <a:pPr algn="ctr">
              <a:lnSpc>
                <a:spcPts val="4007"/>
              </a:lnSpc>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a:t>
            </a:r>
          </a:p>
        </p:txBody>
      </p:sp>
      <p:sp>
        <p:nvSpPr>
          <p:cNvPr name="TextBox 4" id="4"/>
          <p:cNvSpPr txBox="true"/>
          <p:nvPr/>
        </p:nvSpPr>
        <p:spPr>
          <a:xfrm rot="0">
            <a:off x="4576842" y="1989742"/>
            <a:ext cx="9134316" cy="1319530"/>
          </a:xfrm>
          <a:prstGeom prst="rect">
            <a:avLst/>
          </a:prstGeom>
        </p:spPr>
        <p:txBody>
          <a:bodyPr anchor="t" rtlCol="false" tIns="0" lIns="0" bIns="0" rIns="0">
            <a:spAutoFit/>
          </a:bodyPr>
          <a:lstStyle/>
          <a:p>
            <a:pPr algn="ctr">
              <a:lnSpc>
                <a:spcPts val="10219"/>
              </a:lnSpc>
            </a:pPr>
            <a:r>
              <a:rPr lang="en-US" b="true" sz="7299">
                <a:solidFill>
                  <a:srgbClr val="000000"/>
                </a:solidFill>
                <a:latin typeface="Bodoni FLF Bold"/>
                <a:ea typeface="Bodoni FLF Bold"/>
                <a:cs typeface="Bodoni FLF Bold"/>
                <a:sym typeface="Bodoni FLF Bold"/>
              </a:rPr>
              <a:t>INTRODUCTION</a:t>
            </a:r>
          </a:p>
        </p:txBody>
      </p:sp>
      <p:sp>
        <p:nvSpPr>
          <p:cNvPr name="AutoShape 5" id="5"/>
          <p:cNvSpPr/>
          <p:nvPr/>
        </p:nvSpPr>
        <p:spPr>
          <a:xfrm>
            <a:off x="1028700" y="1028700"/>
            <a:ext cx="6664879" cy="0"/>
          </a:xfrm>
          <a:prstGeom prst="line">
            <a:avLst/>
          </a:prstGeom>
          <a:ln cap="flat" w="28575">
            <a:solidFill>
              <a:srgbClr val="000000"/>
            </a:solidFill>
            <a:prstDash val="solid"/>
            <a:headEnd type="none" len="sm" w="sm"/>
            <a:tailEnd type="oval" len="lg" w="lg"/>
          </a:ln>
        </p:spPr>
      </p:sp>
      <p:sp>
        <p:nvSpPr>
          <p:cNvPr name="Freeform 6" id="6"/>
          <p:cNvSpPr/>
          <p:nvPr/>
        </p:nvSpPr>
        <p:spPr>
          <a:xfrm flipH="false" flipV="true" rot="0">
            <a:off x="14722092" y="-412199"/>
            <a:ext cx="4093298" cy="3631872"/>
          </a:xfrm>
          <a:custGeom>
            <a:avLst/>
            <a:gdLst/>
            <a:ahLst/>
            <a:cxnLst/>
            <a:rect r="r" b="b" t="t" l="l"/>
            <a:pathLst>
              <a:path h="3631872" w="4093298">
                <a:moveTo>
                  <a:pt x="0" y="3631872"/>
                </a:moveTo>
                <a:lnTo>
                  <a:pt x="4093298" y="3631872"/>
                </a:lnTo>
                <a:lnTo>
                  <a:pt x="4093298" y="0"/>
                </a:lnTo>
                <a:lnTo>
                  <a:pt x="0" y="0"/>
                </a:lnTo>
                <a:lnTo>
                  <a:pt x="0" y="363187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9484336" y="9673302"/>
            <a:ext cx="6664879" cy="0"/>
          </a:xfrm>
          <a:prstGeom prst="line">
            <a:avLst/>
          </a:prstGeom>
          <a:ln cap="flat" w="28575">
            <a:solidFill>
              <a:srgbClr val="000000"/>
            </a:solidFill>
            <a:prstDash val="solid"/>
            <a:headEnd type="oval" len="lg" w="lg"/>
            <a:tailEnd type="none" len="sm" w="sm"/>
          </a:ln>
        </p:spPr>
      </p:sp>
      <p:grpSp>
        <p:nvGrpSpPr>
          <p:cNvPr name="Group 8" id="8"/>
          <p:cNvGrpSpPr/>
          <p:nvPr/>
        </p:nvGrpSpPr>
        <p:grpSpPr>
          <a:xfrm rot="0">
            <a:off x="16149215" y="8995940"/>
            <a:ext cx="1110085" cy="111008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01424" y="3324448"/>
            <a:ext cx="11285152" cy="2003736"/>
          </a:xfrm>
          <a:prstGeom prst="rect">
            <a:avLst/>
          </a:prstGeom>
        </p:spPr>
        <p:txBody>
          <a:bodyPr anchor="t" rtlCol="false" tIns="0" lIns="0" bIns="0" rIns="0">
            <a:spAutoFit/>
          </a:bodyPr>
          <a:lstStyle/>
          <a:p>
            <a:pPr algn="ctr">
              <a:lnSpc>
                <a:spcPts val="4007"/>
              </a:lnSpc>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Cras euismod, metus ac finibus finibus, felis dui suscipit purus, a maximus leo ligula at dolor. Morbi et malesuada purus. Phasellus a lacus sit amet urna tempor sollicitudin.</a:t>
            </a:r>
          </a:p>
        </p:txBody>
      </p:sp>
      <p:sp>
        <p:nvSpPr>
          <p:cNvPr name="TextBox 3" id="3"/>
          <p:cNvSpPr txBox="true"/>
          <p:nvPr/>
        </p:nvSpPr>
        <p:spPr>
          <a:xfrm rot="0">
            <a:off x="4576842" y="1362951"/>
            <a:ext cx="9134316" cy="1319530"/>
          </a:xfrm>
          <a:prstGeom prst="rect">
            <a:avLst/>
          </a:prstGeom>
        </p:spPr>
        <p:txBody>
          <a:bodyPr anchor="t" rtlCol="false" tIns="0" lIns="0" bIns="0" rIns="0">
            <a:spAutoFit/>
          </a:bodyPr>
          <a:lstStyle/>
          <a:p>
            <a:pPr algn="ctr">
              <a:lnSpc>
                <a:spcPts val="10219"/>
              </a:lnSpc>
            </a:pPr>
            <a:r>
              <a:rPr lang="en-US" b="true" sz="7299">
                <a:solidFill>
                  <a:srgbClr val="000000"/>
                </a:solidFill>
                <a:latin typeface="Bodoni FLF Bold"/>
                <a:ea typeface="Bodoni FLF Bold"/>
                <a:cs typeface="Bodoni FLF Bold"/>
                <a:sym typeface="Bodoni FLF Bold"/>
              </a:rPr>
              <a:t>BACKGROUND</a:t>
            </a:r>
          </a:p>
        </p:txBody>
      </p:sp>
      <p:sp>
        <p:nvSpPr>
          <p:cNvPr name="TextBox 4" id="4"/>
          <p:cNvSpPr txBox="true"/>
          <p:nvPr/>
        </p:nvSpPr>
        <p:spPr>
          <a:xfrm rot="0">
            <a:off x="3501424" y="5477729"/>
            <a:ext cx="11285152" cy="3518211"/>
          </a:xfrm>
          <a:prstGeom prst="rect">
            <a:avLst/>
          </a:prstGeom>
        </p:spPr>
        <p:txBody>
          <a:bodyPr anchor="t" rtlCol="false" tIns="0" lIns="0" bIns="0" rIns="0">
            <a:spAutoFit/>
          </a:bodyPr>
          <a:lstStyle/>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a:t>
            </a:r>
          </a:p>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Cras euismod, metus ac finibus finibus, felis dui suscipit purus, a maximus leo ligula at dolor. </a:t>
            </a:r>
          </a:p>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Morbi et malesuada purus. Phasellus a lacus sit amet urna tempor sollicitudin. </a:t>
            </a:r>
          </a:p>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Cras pretium tempor elit blandit egestas. Donec sed dignissim augue.</a:t>
            </a:r>
          </a:p>
        </p:txBody>
      </p:sp>
      <p:sp>
        <p:nvSpPr>
          <p:cNvPr name="AutoShape 5" id="5"/>
          <p:cNvSpPr/>
          <p:nvPr/>
        </p:nvSpPr>
        <p:spPr>
          <a:xfrm>
            <a:off x="9484336" y="9673302"/>
            <a:ext cx="6664879" cy="0"/>
          </a:xfrm>
          <a:prstGeom prst="line">
            <a:avLst/>
          </a:prstGeom>
          <a:ln cap="flat" w="28575">
            <a:solidFill>
              <a:srgbClr val="000000"/>
            </a:solidFill>
            <a:prstDash val="solid"/>
            <a:headEnd type="oval" len="lg" w="lg"/>
            <a:tailEnd type="none" len="sm" w="sm"/>
          </a:ln>
        </p:spPr>
      </p:sp>
      <p:grpSp>
        <p:nvGrpSpPr>
          <p:cNvPr name="Group 6" id="6"/>
          <p:cNvGrpSpPr/>
          <p:nvPr/>
        </p:nvGrpSpPr>
        <p:grpSpPr>
          <a:xfrm rot="0">
            <a:off x="16149215" y="8995940"/>
            <a:ext cx="1110085" cy="111008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true" rot="0">
            <a:off x="-527390" y="-412199"/>
            <a:ext cx="4093298" cy="3631872"/>
          </a:xfrm>
          <a:custGeom>
            <a:avLst/>
            <a:gdLst/>
            <a:ahLst/>
            <a:cxnLst/>
            <a:rect r="r" b="b" t="t" l="l"/>
            <a:pathLst>
              <a:path h="3631872" w="4093298">
                <a:moveTo>
                  <a:pt x="4093298" y="3631872"/>
                </a:moveTo>
                <a:lnTo>
                  <a:pt x="0" y="3631872"/>
                </a:lnTo>
                <a:lnTo>
                  <a:pt x="0" y="0"/>
                </a:lnTo>
                <a:lnTo>
                  <a:pt x="4093298" y="0"/>
                </a:lnTo>
                <a:lnTo>
                  <a:pt x="4093298" y="36318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true" rot="0">
            <a:off x="14722092" y="-412199"/>
            <a:ext cx="4093298" cy="3631872"/>
          </a:xfrm>
          <a:custGeom>
            <a:avLst/>
            <a:gdLst/>
            <a:ahLst/>
            <a:cxnLst/>
            <a:rect r="r" b="b" t="t" l="l"/>
            <a:pathLst>
              <a:path h="3631872" w="4093298">
                <a:moveTo>
                  <a:pt x="0" y="3631872"/>
                </a:moveTo>
                <a:lnTo>
                  <a:pt x="4093298" y="3631872"/>
                </a:lnTo>
                <a:lnTo>
                  <a:pt x="4093298" y="0"/>
                </a:lnTo>
                <a:lnTo>
                  <a:pt x="0" y="0"/>
                </a:lnTo>
                <a:lnTo>
                  <a:pt x="0" y="363187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154785" y="7963260"/>
            <a:ext cx="3436119" cy="3448660"/>
          </a:xfrm>
          <a:custGeom>
            <a:avLst/>
            <a:gdLst/>
            <a:ahLst/>
            <a:cxnLst/>
            <a:rect r="r" b="b" t="t" l="l"/>
            <a:pathLst>
              <a:path h="3448660" w="3436119">
                <a:moveTo>
                  <a:pt x="0" y="0"/>
                </a:moveTo>
                <a:lnTo>
                  <a:pt x="3436119" y="0"/>
                </a:lnTo>
                <a:lnTo>
                  <a:pt x="3436119" y="3448660"/>
                </a:lnTo>
                <a:lnTo>
                  <a:pt x="0" y="3448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66198" y="3497710"/>
            <a:ext cx="11848782" cy="5537511"/>
          </a:xfrm>
          <a:prstGeom prst="rect">
            <a:avLst/>
          </a:prstGeom>
        </p:spPr>
        <p:txBody>
          <a:bodyPr anchor="t" rtlCol="false" tIns="0" lIns="0" bIns="0" rIns="0">
            <a:spAutoFit/>
          </a:bodyPr>
          <a:lstStyle/>
          <a:p>
            <a:pPr algn="just"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Cras euismod, metus ac finibus finibus, felis dui suscipit purus, a maximus leo ligula at dolor. Morbi et malesuada purus.</a:t>
            </a:r>
          </a:p>
          <a:p>
            <a:pPr algn="just">
              <a:lnSpc>
                <a:spcPts val="4007"/>
              </a:lnSpc>
            </a:pPr>
          </a:p>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Lorem ipsum dolor sit amet, consectetur adipiscing elit. Quisque non elit mauris. Cras euismod, metus ac finibus finibus, felis dui suscipit purus, a maximus leo ligula at dolor. Morbi et malesuada purus.</a:t>
            </a:r>
          </a:p>
          <a:p>
            <a:pPr algn="l">
              <a:lnSpc>
                <a:spcPts val="4007"/>
              </a:lnSpc>
            </a:pPr>
          </a:p>
          <a:p>
            <a:pPr algn="l" marL="618071" indent="-309035" lvl="1">
              <a:lnSpc>
                <a:spcPts val="4007"/>
              </a:lnSpc>
              <a:buFont typeface="Arial"/>
              <a:buChar char="•"/>
            </a:pPr>
            <a:r>
              <a:rPr lang="en-US" sz="2862">
                <a:solidFill>
                  <a:srgbClr val="000000"/>
                </a:solidFill>
                <a:latin typeface="TT Commons Pro"/>
                <a:ea typeface="TT Commons Pro"/>
                <a:cs typeface="TT Commons Pro"/>
                <a:sym typeface="TT Commons Pro"/>
              </a:rPr>
              <a:t>Lorem ipsum dolor sit amet, consectetur adipiscing elit. Quisque non elit mauris. Cras euismod, metus ac finibus finibus, felis dui suscipit purus, a maximus leo ligula at dolor. Morbi et malesuada purus.</a:t>
            </a:r>
          </a:p>
        </p:txBody>
      </p:sp>
      <p:sp>
        <p:nvSpPr>
          <p:cNvPr name="TextBox 3" id="3"/>
          <p:cNvSpPr txBox="true"/>
          <p:nvPr/>
        </p:nvSpPr>
        <p:spPr>
          <a:xfrm rot="0">
            <a:off x="5073456" y="1362951"/>
            <a:ext cx="8141087" cy="1319530"/>
          </a:xfrm>
          <a:prstGeom prst="rect">
            <a:avLst/>
          </a:prstGeom>
        </p:spPr>
        <p:txBody>
          <a:bodyPr anchor="t" rtlCol="false" tIns="0" lIns="0" bIns="0" rIns="0">
            <a:spAutoFit/>
          </a:bodyPr>
          <a:lstStyle/>
          <a:p>
            <a:pPr algn="ctr">
              <a:lnSpc>
                <a:spcPts val="10219"/>
              </a:lnSpc>
            </a:pPr>
            <a:r>
              <a:rPr lang="en-US" b="true" sz="7299">
                <a:solidFill>
                  <a:srgbClr val="000000"/>
                </a:solidFill>
                <a:latin typeface="Bodoni FLF Bold"/>
                <a:ea typeface="Bodoni FLF Bold"/>
                <a:cs typeface="Bodoni FLF Bold"/>
                <a:sym typeface="Bodoni FLF Bold"/>
              </a:rPr>
              <a:t>PROBLEMS</a:t>
            </a:r>
          </a:p>
        </p:txBody>
      </p:sp>
      <p:sp>
        <p:nvSpPr>
          <p:cNvPr name="Freeform 4" id="4"/>
          <p:cNvSpPr/>
          <p:nvPr/>
        </p:nvSpPr>
        <p:spPr>
          <a:xfrm flipH="true" flipV="false" rot="0">
            <a:off x="-1205693" y="7532640"/>
            <a:ext cx="4637582" cy="4114800"/>
          </a:xfrm>
          <a:custGeom>
            <a:avLst/>
            <a:gdLst/>
            <a:ahLst/>
            <a:cxnLst/>
            <a:rect r="r" b="b" t="t" l="l"/>
            <a:pathLst>
              <a:path h="4114800" w="4637582">
                <a:moveTo>
                  <a:pt x="4637582" y="0"/>
                </a:moveTo>
                <a:lnTo>
                  <a:pt x="0" y="0"/>
                </a:lnTo>
                <a:lnTo>
                  <a:pt x="0" y="4114800"/>
                </a:lnTo>
                <a:lnTo>
                  <a:pt x="4637582" y="4114800"/>
                </a:lnTo>
                <a:lnTo>
                  <a:pt x="46375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1028700" y="1028700"/>
            <a:ext cx="6664879" cy="0"/>
          </a:xfrm>
          <a:prstGeom prst="line">
            <a:avLst/>
          </a:prstGeom>
          <a:ln cap="flat" w="28575">
            <a:solidFill>
              <a:srgbClr val="000000"/>
            </a:solidFill>
            <a:prstDash val="solid"/>
            <a:headEnd type="none" len="sm" w="sm"/>
            <a:tailEnd type="oval" len="lg" w="lg"/>
          </a:ln>
        </p:spPr>
      </p:sp>
      <p:sp>
        <p:nvSpPr>
          <p:cNvPr name="Freeform 6" id="6"/>
          <p:cNvSpPr/>
          <p:nvPr/>
        </p:nvSpPr>
        <p:spPr>
          <a:xfrm flipH="false" flipV="false" rot="0">
            <a:off x="16006666" y="-1124920"/>
            <a:ext cx="3436119" cy="3448660"/>
          </a:xfrm>
          <a:custGeom>
            <a:avLst/>
            <a:gdLst/>
            <a:ahLst/>
            <a:cxnLst/>
            <a:rect r="r" b="b" t="t" l="l"/>
            <a:pathLst>
              <a:path h="3448660" w="3436119">
                <a:moveTo>
                  <a:pt x="0" y="0"/>
                </a:moveTo>
                <a:lnTo>
                  <a:pt x="3436119" y="0"/>
                </a:lnTo>
                <a:lnTo>
                  <a:pt x="3436119" y="3448660"/>
                </a:lnTo>
                <a:lnTo>
                  <a:pt x="0" y="3448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9484336" y="9673302"/>
            <a:ext cx="6664879" cy="0"/>
          </a:xfrm>
          <a:prstGeom prst="line">
            <a:avLst/>
          </a:prstGeom>
          <a:ln cap="flat" w="28575">
            <a:solidFill>
              <a:srgbClr val="000000"/>
            </a:solidFill>
            <a:prstDash val="solid"/>
            <a:headEnd type="oval" len="lg" w="lg"/>
            <a:tailEnd type="none" len="sm" w="sm"/>
          </a:ln>
        </p:spPr>
      </p:sp>
      <p:grpSp>
        <p:nvGrpSpPr>
          <p:cNvPr name="Group 8" id="8"/>
          <p:cNvGrpSpPr/>
          <p:nvPr/>
        </p:nvGrpSpPr>
        <p:grpSpPr>
          <a:xfrm rot="0">
            <a:off x="16149215" y="8995940"/>
            <a:ext cx="1110085" cy="111008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23227" y="3726457"/>
            <a:ext cx="13441546" cy="3169610"/>
            <a:chOff x="0" y="0"/>
            <a:chExt cx="17922062" cy="4226146"/>
          </a:xfrm>
        </p:grpSpPr>
        <p:grpSp>
          <p:nvGrpSpPr>
            <p:cNvPr name="Group 3" id="3"/>
            <p:cNvGrpSpPr/>
            <p:nvPr/>
          </p:nvGrpSpPr>
          <p:grpSpPr>
            <a:xfrm rot="0">
              <a:off x="0" y="0"/>
              <a:ext cx="17922062" cy="4226146"/>
              <a:chOff x="0" y="0"/>
              <a:chExt cx="2765750" cy="652183"/>
            </a:xfrm>
          </p:grpSpPr>
          <p:sp>
            <p:nvSpPr>
              <p:cNvPr name="Freeform 4" id="4"/>
              <p:cNvSpPr/>
              <p:nvPr/>
            </p:nvSpPr>
            <p:spPr>
              <a:xfrm flipH="false" flipV="false" rot="0">
                <a:off x="0" y="0"/>
                <a:ext cx="2765750" cy="652183"/>
              </a:xfrm>
              <a:custGeom>
                <a:avLst/>
                <a:gdLst/>
                <a:ahLst/>
                <a:cxnLst/>
                <a:rect r="r" b="b" t="t" l="l"/>
                <a:pathLst>
                  <a:path h="652183" w="2765750">
                    <a:moveTo>
                      <a:pt x="11249" y="0"/>
                    </a:moveTo>
                    <a:lnTo>
                      <a:pt x="2754501" y="0"/>
                    </a:lnTo>
                    <a:cubicBezTo>
                      <a:pt x="2757485" y="0"/>
                      <a:pt x="2760346" y="1185"/>
                      <a:pt x="2762455" y="3295"/>
                    </a:cubicBezTo>
                    <a:cubicBezTo>
                      <a:pt x="2764565" y="5405"/>
                      <a:pt x="2765750" y="8266"/>
                      <a:pt x="2765750" y="11249"/>
                    </a:cubicBezTo>
                    <a:lnTo>
                      <a:pt x="2765750" y="640934"/>
                    </a:lnTo>
                    <a:cubicBezTo>
                      <a:pt x="2765750" y="643917"/>
                      <a:pt x="2764565" y="646778"/>
                      <a:pt x="2762455" y="648888"/>
                    </a:cubicBezTo>
                    <a:cubicBezTo>
                      <a:pt x="2760346" y="650998"/>
                      <a:pt x="2757485" y="652183"/>
                      <a:pt x="2754501" y="652183"/>
                    </a:cubicBezTo>
                    <a:lnTo>
                      <a:pt x="11249" y="652183"/>
                    </a:lnTo>
                    <a:cubicBezTo>
                      <a:pt x="8266" y="652183"/>
                      <a:pt x="5405" y="650998"/>
                      <a:pt x="3295" y="648888"/>
                    </a:cubicBezTo>
                    <a:cubicBezTo>
                      <a:pt x="1185" y="646778"/>
                      <a:pt x="0" y="643917"/>
                      <a:pt x="0" y="640934"/>
                    </a:cubicBezTo>
                    <a:lnTo>
                      <a:pt x="0" y="11249"/>
                    </a:lnTo>
                    <a:cubicBezTo>
                      <a:pt x="0" y="8266"/>
                      <a:pt x="1185" y="5405"/>
                      <a:pt x="3295" y="3295"/>
                    </a:cubicBezTo>
                    <a:cubicBezTo>
                      <a:pt x="5405" y="1185"/>
                      <a:pt x="8266" y="0"/>
                      <a:pt x="11249" y="0"/>
                    </a:cubicBezTo>
                    <a:close/>
                  </a:path>
                </a:pathLst>
              </a:custGeom>
              <a:ln w="28575" cap="rnd">
                <a:solidFill>
                  <a:srgbClr val="000000"/>
                </a:solidFill>
                <a:prstDash val="solid"/>
                <a:round/>
              </a:ln>
            </p:spPr>
          </p:sp>
          <p:sp>
            <p:nvSpPr>
              <p:cNvPr name="TextBox 5" id="5"/>
              <p:cNvSpPr txBox="true"/>
              <p:nvPr/>
            </p:nvSpPr>
            <p:spPr>
              <a:xfrm>
                <a:off x="0" y="-38100"/>
                <a:ext cx="2765750" cy="69028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437597" y="318758"/>
              <a:ext cx="15046869" cy="3325698"/>
            </a:xfrm>
            <a:prstGeom prst="rect">
              <a:avLst/>
            </a:prstGeom>
          </p:spPr>
          <p:txBody>
            <a:bodyPr anchor="t" rtlCol="false" tIns="0" lIns="0" bIns="0" rIns="0">
              <a:spAutoFit/>
            </a:bodyPr>
            <a:lstStyle/>
            <a:p>
              <a:pPr algn="ctr">
                <a:lnSpc>
                  <a:spcPts val="4007"/>
                </a:lnSpc>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a:t>
              </a:r>
            </a:p>
          </p:txBody>
        </p:sp>
      </p:grpSp>
      <p:sp>
        <p:nvSpPr>
          <p:cNvPr name="TextBox 7" id="7"/>
          <p:cNvSpPr txBox="true"/>
          <p:nvPr/>
        </p:nvSpPr>
        <p:spPr>
          <a:xfrm rot="0">
            <a:off x="4576842" y="1989742"/>
            <a:ext cx="9134316" cy="1319530"/>
          </a:xfrm>
          <a:prstGeom prst="rect">
            <a:avLst/>
          </a:prstGeom>
        </p:spPr>
        <p:txBody>
          <a:bodyPr anchor="t" rtlCol="false" tIns="0" lIns="0" bIns="0" rIns="0">
            <a:spAutoFit/>
          </a:bodyPr>
          <a:lstStyle/>
          <a:p>
            <a:pPr algn="ctr">
              <a:lnSpc>
                <a:spcPts val="10219"/>
              </a:lnSpc>
            </a:pPr>
            <a:r>
              <a:rPr lang="en-US" b="true" sz="7299">
                <a:solidFill>
                  <a:srgbClr val="000000"/>
                </a:solidFill>
                <a:latin typeface="Bodoni FLF Bold"/>
                <a:ea typeface="Bodoni FLF Bold"/>
                <a:cs typeface="Bodoni FLF Bold"/>
                <a:sym typeface="Bodoni FLF Bold"/>
              </a:rPr>
              <a:t>DISCUSSION</a:t>
            </a:r>
          </a:p>
        </p:txBody>
      </p:sp>
      <p:sp>
        <p:nvSpPr>
          <p:cNvPr name="Freeform 8" id="8"/>
          <p:cNvSpPr/>
          <p:nvPr/>
        </p:nvSpPr>
        <p:spPr>
          <a:xfrm flipH="false" flipV="false" rot="0">
            <a:off x="15293482" y="3153080"/>
            <a:ext cx="1142582" cy="1146752"/>
          </a:xfrm>
          <a:custGeom>
            <a:avLst/>
            <a:gdLst/>
            <a:ahLst/>
            <a:cxnLst/>
            <a:rect r="r" b="b" t="t" l="l"/>
            <a:pathLst>
              <a:path h="1146752" w="1142582">
                <a:moveTo>
                  <a:pt x="0" y="0"/>
                </a:moveTo>
                <a:lnTo>
                  <a:pt x="1142582" y="0"/>
                </a:lnTo>
                <a:lnTo>
                  <a:pt x="1142582" y="1146753"/>
                </a:lnTo>
                <a:lnTo>
                  <a:pt x="0" y="1146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851936" y="6322690"/>
            <a:ext cx="1142582" cy="1146752"/>
          </a:xfrm>
          <a:custGeom>
            <a:avLst/>
            <a:gdLst/>
            <a:ahLst/>
            <a:cxnLst/>
            <a:rect r="r" b="b" t="t" l="l"/>
            <a:pathLst>
              <a:path h="1146752" w="1142582">
                <a:moveTo>
                  <a:pt x="0" y="0"/>
                </a:moveTo>
                <a:lnTo>
                  <a:pt x="1142582" y="0"/>
                </a:lnTo>
                <a:lnTo>
                  <a:pt x="1142582" y="1146752"/>
                </a:lnTo>
                <a:lnTo>
                  <a:pt x="0" y="11467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true" flipV="true" rot="0">
            <a:off x="-527390" y="-412199"/>
            <a:ext cx="4093298" cy="3631872"/>
          </a:xfrm>
          <a:custGeom>
            <a:avLst/>
            <a:gdLst/>
            <a:ahLst/>
            <a:cxnLst/>
            <a:rect r="r" b="b" t="t" l="l"/>
            <a:pathLst>
              <a:path h="3631872" w="4093298">
                <a:moveTo>
                  <a:pt x="4093298" y="3631872"/>
                </a:moveTo>
                <a:lnTo>
                  <a:pt x="0" y="3631872"/>
                </a:lnTo>
                <a:lnTo>
                  <a:pt x="0" y="0"/>
                </a:lnTo>
                <a:lnTo>
                  <a:pt x="4093298" y="0"/>
                </a:lnTo>
                <a:lnTo>
                  <a:pt x="4093298" y="363187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1" id="11"/>
          <p:cNvSpPr/>
          <p:nvPr/>
        </p:nvSpPr>
        <p:spPr>
          <a:xfrm>
            <a:off x="9484336" y="9673302"/>
            <a:ext cx="6664879" cy="0"/>
          </a:xfrm>
          <a:prstGeom prst="line">
            <a:avLst/>
          </a:prstGeom>
          <a:ln cap="flat" w="28575">
            <a:solidFill>
              <a:srgbClr val="000000"/>
            </a:solidFill>
            <a:prstDash val="solid"/>
            <a:headEnd type="oval" len="lg" w="lg"/>
            <a:tailEnd type="none" len="sm" w="sm"/>
          </a:ln>
        </p:spPr>
      </p:sp>
      <p:grpSp>
        <p:nvGrpSpPr>
          <p:cNvPr name="Group 12" id="12"/>
          <p:cNvGrpSpPr/>
          <p:nvPr/>
        </p:nvGrpSpPr>
        <p:grpSpPr>
          <a:xfrm rot="0">
            <a:off x="16149215" y="8995940"/>
            <a:ext cx="1110085" cy="111008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01424" y="3951238"/>
            <a:ext cx="11285152" cy="3013386"/>
          </a:xfrm>
          <a:prstGeom prst="rect">
            <a:avLst/>
          </a:prstGeom>
        </p:spPr>
        <p:txBody>
          <a:bodyPr anchor="t" rtlCol="false" tIns="0" lIns="0" bIns="0" rIns="0">
            <a:spAutoFit/>
          </a:bodyPr>
          <a:lstStyle/>
          <a:p>
            <a:pPr algn="ctr">
              <a:lnSpc>
                <a:spcPts val="4007"/>
              </a:lnSpc>
            </a:pPr>
            <a:r>
              <a:rPr lang="en-US" sz="2862">
                <a:solidFill>
                  <a:srgbClr val="000000"/>
                </a:solidFill>
                <a:latin typeface="TT Commons Pro"/>
                <a:ea typeface="TT Commons Pro"/>
                <a:cs typeface="TT Commons Pro"/>
                <a:sym typeface="TT Commons Pro"/>
              </a:rPr>
              <a:t>Lorem ipsum dolor sit amet, consectetur adipiscing elit</a:t>
            </a:r>
            <a:r>
              <a:rPr lang="en-US" sz="2862">
                <a:solidFill>
                  <a:srgbClr val="000000"/>
                </a:solidFill>
                <a:latin typeface="TT Commons Pro"/>
                <a:ea typeface="TT Commons Pro"/>
                <a:cs typeface="TT Commons Pro"/>
                <a:sym typeface="TT Commons Pro"/>
              </a:rPr>
              <a: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a:t>
            </a:r>
          </a:p>
        </p:txBody>
      </p:sp>
      <p:sp>
        <p:nvSpPr>
          <p:cNvPr name="TextBox 3" id="3"/>
          <p:cNvSpPr txBox="true"/>
          <p:nvPr/>
        </p:nvSpPr>
        <p:spPr>
          <a:xfrm rot="0">
            <a:off x="4576842" y="1989742"/>
            <a:ext cx="9134316" cy="1319530"/>
          </a:xfrm>
          <a:prstGeom prst="rect">
            <a:avLst/>
          </a:prstGeom>
        </p:spPr>
        <p:txBody>
          <a:bodyPr anchor="t" rtlCol="false" tIns="0" lIns="0" bIns="0" rIns="0">
            <a:spAutoFit/>
          </a:bodyPr>
          <a:lstStyle/>
          <a:p>
            <a:pPr algn="ctr">
              <a:lnSpc>
                <a:spcPts val="10219"/>
              </a:lnSpc>
            </a:pPr>
            <a:r>
              <a:rPr lang="en-US" b="true" sz="7299">
                <a:solidFill>
                  <a:srgbClr val="000000"/>
                </a:solidFill>
                <a:latin typeface="Bodoni FLF Bold"/>
                <a:ea typeface="Bodoni FLF Bold"/>
                <a:cs typeface="Bodoni FLF Bold"/>
                <a:sym typeface="Bodoni FLF Bold"/>
              </a:rPr>
              <a:t>CONCLUSION</a:t>
            </a:r>
          </a:p>
        </p:txBody>
      </p:sp>
      <p:sp>
        <p:nvSpPr>
          <p:cNvPr name="AutoShape 4" id="4"/>
          <p:cNvSpPr/>
          <p:nvPr/>
        </p:nvSpPr>
        <p:spPr>
          <a:xfrm>
            <a:off x="1028700" y="1028700"/>
            <a:ext cx="6664879" cy="0"/>
          </a:xfrm>
          <a:prstGeom prst="line">
            <a:avLst/>
          </a:prstGeom>
          <a:ln cap="flat" w="28575">
            <a:solidFill>
              <a:srgbClr val="000000"/>
            </a:solidFill>
            <a:prstDash val="solid"/>
            <a:headEnd type="none" len="sm" w="sm"/>
            <a:tailEnd type="oval" len="lg" w="lg"/>
          </a:ln>
        </p:spPr>
      </p:sp>
      <p:sp>
        <p:nvSpPr>
          <p:cNvPr name="Freeform 5" id="5"/>
          <p:cNvSpPr/>
          <p:nvPr/>
        </p:nvSpPr>
        <p:spPr>
          <a:xfrm flipH="false" flipV="true" rot="0">
            <a:off x="13922464" y="-1230664"/>
            <a:ext cx="5092829" cy="4518728"/>
          </a:xfrm>
          <a:custGeom>
            <a:avLst/>
            <a:gdLst/>
            <a:ahLst/>
            <a:cxnLst/>
            <a:rect r="r" b="b" t="t" l="l"/>
            <a:pathLst>
              <a:path h="4518728" w="5092829">
                <a:moveTo>
                  <a:pt x="0" y="4518728"/>
                </a:moveTo>
                <a:lnTo>
                  <a:pt x="5092829" y="4518728"/>
                </a:lnTo>
                <a:lnTo>
                  <a:pt x="5092829" y="0"/>
                </a:lnTo>
                <a:lnTo>
                  <a:pt x="0" y="0"/>
                </a:lnTo>
                <a:lnTo>
                  <a:pt x="0" y="4518728"/>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99229" y="8717925"/>
            <a:ext cx="2390293" cy="2399017"/>
          </a:xfrm>
          <a:custGeom>
            <a:avLst/>
            <a:gdLst/>
            <a:ahLst/>
            <a:cxnLst/>
            <a:rect r="r" b="b" t="t" l="l"/>
            <a:pathLst>
              <a:path h="2399017" w="2390293">
                <a:moveTo>
                  <a:pt x="0" y="0"/>
                </a:moveTo>
                <a:lnTo>
                  <a:pt x="2390293" y="0"/>
                </a:lnTo>
                <a:lnTo>
                  <a:pt x="2390293" y="2399016"/>
                </a:lnTo>
                <a:lnTo>
                  <a:pt x="0" y="23990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9484336" y="9673302"/>
            <a:ext cx="6664879" cy="0"/>
          </a:xfrm>
          <a:prstGeom prst="line">
            <a:avLst/>
          </a:prstGeom>
          <a:ln cap="flat" w="28575">
            <a:solidFill>
              <a:srgbClr val="000000"/>
            </a:solidFill>
            <a:prstDash val="solid"/>
            <a:headEnd type="oval" len="lg" w="lg"/>
            <a:tailEnd type="none" len="sm" w="sm"/>
          </a:ln>
        </p:spPr>
      </p:sp>
      <p:grpSp>
        <p:nvGrpSpPr>
          <p:cNvPr name="Group 8" id="8"/>
          <p:cNvGrpSpPr/>
          <p:nvPr/>
        </p:nvGrpSpPr>
        <p:grpSpPr>
          <a:xfrm rot="0">
            <a:off x="16149215" y="8995940"/>
            <a:ext cx="1110085" cy="111008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1205693" y="7532640"/>
            <a:ext cx="4637582" cy="4114800"/>
          </a:xfrm>
          <a:custGeom>
            <a:avLst/>
            <a:gdLst/>
            <a:ahLst/>
            <a:cxnLst/>
            <a:rect r="r" b="b" t="t" l="l"/>
            <a:pathLst>
              <a:path h="4114800" w="4637582">
                <a:moveTo>
                  <a:pt x="4637582" y="0"/>
                </a:moveTo>
                <a:lnTo>
                  <a:pt x="0" y="0"/>
                </a:lnTo>
                <a:lnTo>
                  <a:pt x="0" y="4114800"/>
                </a:lnTo>
                <a:lnTo>
                  <a:pt x="4637582" y="4114800"/>
                </a:lnTo>
                <a:lnTo>
                  <a:pt x="4637582"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856111" y="-1360440"/>
            <a:ext cx="4637582" cy="4114800"/>
          </a:xfrm>
          <a:custGeom>
            <a:avLst/>
            <a:gdLst/>
            <a:ahLst/>
            <a:cxnLst/>
            <a:rect r="r" b="b" t="t" l="l"/>
            <a:pathLst>
              <a:path h="4114800" w="4637582">
                <a:moveTo>
                  <a:pt x="0" y="4114800"/>
                </a:moveTo>
                <a:lnTo>
                  <a:pt x="4637582" y="4114800"/>
                </a:lnTo>
                <a:lnTo>
                  <a:pt x="4637582"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05693" y="-1259583"/>
            <a:ext cx="3436119" cy="3448660"/>
          </a:xfrm>
          <a:custGeom>
            <a:avLst/>
            <a:gdLst/>
            <a:ahLst/>
            <a:cxnLst/>
            <a:rect r="r" b="b" t="t" l="l"/>
            <a:pathLst>
              <a:path h="3448660" w="3436119">
                <a:moveTo>
                  <a:pt x="0" y="0"/>
                </a:moveTo>
                <a:lnTo>
                  <a:pt x="3436119" y="0"/>
                </a:lnTo>
                <a:lnTo>
                  <a:pt x="3436119" y="3448659"/>
                </a:lnTo>
                <a:lnTo>
                  <a:pt x="0" y="34486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840788" y="3698255"/>
            <a:ext cx="10606424" cy="2093610"/>
          </a:xfrm>
          <a:prstGeom prst="rect">
            <a:avLst/>
          </a:prstGeom>
        </p:spPr>
        <p:txBody>
          <a:bodyPr anchor="t" rtlCol="false" tIns="0" lIns="0" bIns="0" rIns="0">
            <a:spAutoFit/>
          </a:bodyPr>
          <a:lstStyle/>
          <a:p>
            <a:pPr algn="ctr">
              <a:lnSpc>
                <a:spcPts val="16379"/>
              </a:lnSpc>
            </a:pPr>
            <a:r>
              <a:rPr lang="en-US" b="true" sz="11699">
                <a:solidFill>
                  <a:srgbClr val="000000"/>
                </a:solidFill>
                <a:latin typeface="Bodoni FLF Bold"/>
                <a:ea typeface="Bodoni FLF Bold"/>
                <a:cs typeface="Bodoni FLF Bold"/>
                <a:sym typeface="Bodoni FLF Bold"/>
              </a:rPr>
              <a:t>THANK YOU</a:t>
            </a:r>
          </a:p>
        </p:txBody>
      </p:sp>
      <p:sp>
        <p:nvSpPr>
          <p:cNvPr name="TextBox 6" id="6"/>
          <p:cNvSpPr txBox="true"/>
          <p:nvPr/>
        </p:nvSpPr>
        <p:spPr>
          <a:xfrm rot="0">
            <a:off x="6312618" y="971550"/>
            <a:ext cx="5662765" cy="472751"/>
          </a:xfrm>
          <a:prstGeom prst="rect">
            <a:avLst/>
          </a:prstGeom>
        </p:spPr>
        <p:txBody>
          <a:bodyPr anchor="t" rtlCol="false" tIns="0" lIns="0" bIns="0" rIns="0">
            <a:spAutoFit/>
          </a:bodyPr>
          <a:lstStyle/>
          <a:p>
            <a:pPr algn="ctr">
              <a:lnSpc>
                <a:spcPts val="3867"/>
              </a:lnSpc>
            </a:pPr>
            <a:r>
              <a:rPr lang="en-US" sz="2762">
                <a:solidFill>
                  <a:srgbClr val="000000"/>
                </a:solidFill>
                <a:latin typeface="TT Commons Pro"/>
                <a:ea typeface="TT Commons Pro"/>
                <a:cs typeface="TT Commons Pro"/>
                <a:sym typeface="TT Commons Pro"/>
              </a:rPr>
              <a:t>www.reallygreatsite.com</a:t>
            </a:r>
          </a:p>
        </p:txBody>
      </p:sp>
      <p:sp>
        <p:nvSpPr>
          <p:cNvPr name="Freeform 7" id="7"/>
          <p:cNvSpPr/>
          <p:nvPr/>
        </p:nvSpPr>
        <p:spPr>
          <a:xfrm flipH="false" flipV="false" rot="0">
            <a:off x="16057574" y="8097924"/>
            <a:ext cx="3436119" cy="3448660"/>
          </a:xfrm>
          <a:custGeom>
            <a:avLst/>
            <a:gdLst/>
            <a:ahLst/>
            <a:cxnLst/>
            <a:rect r="r" b="b" t="t" l="l"/>
            <a:pathLst>
              <a:path h="3448660" w="3436119">
                <a:moveTo>
                  <a:pt x="0" y="0"/>
                </a:moveTo>
                <a:lnTo>
                  <a:pt x="3436119" y="0"/>
                </a:lnTo>
                <a:lnTo>
                  <a:pt x="3436119" y="3448659"/>
                </a:lnTo>
                <a:lnTo>
                  <a:pt x="0" y="34486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DAHEA_bXjKI</dc:identifier>
  <dcterms:modified xsi:type="dcterms:W3CDTF">2011-08-01T06:04:30Z</dcterms:modified>
  <cp:revision>1</cp:revision>
  <dc:title>Lorem ipsum dolor sit amet, consectetur adipiscing elit. Quisque non elit mauris. Cras euismod, metus ac finibus finibus, felis dui suscipit purus, a maximus leo ligula at dolor. Morbi et malesuada purus. Phasellus a lacus sit amet urna tempor</dc:title>
</cp:coreProperties>
</file>